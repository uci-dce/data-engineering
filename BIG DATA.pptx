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y="6858000" cx="12192000"/>
  <p:notesSz cx="6858000" cy="9144000"/>
  <p:embeddedFontLst>
    <p:embeddedFont>
      <p:font typeface="Roboto"/>
      <p:regular r:id="rId102"/>
      <p:bold r:id="rId103"/>
      <p:italic r:id="rId104"/>
      <p:boldItalic r:id="rId105"/>
    </p:embeddedFont>
    <p:embeddedFont>
      <p:font typeface="Lato"/>
      <p:regular r:id="rId106"/>
      <p:bold r:id="rId107"/>
      <p:italic r:id="rId108"/>
      <p:boldItalic r:id="rId109"/>
    </p:embeddedFont>
    <p:embeddedFont>
      <p:font typeface="Helvetica Neue"/>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504">
          <p15:clr>
            <a:srgbClr val="A4A3A4"/>
          </p15:clr>
        </p15:guide>
        <p15:guide id="2" orient="horz" pos="3696">
          <p15:clr>
            <a:srgbClr val="A4A3A4"/>
          </p15:clr>
        </p15:guide>
        <p15:guide id="3" orient="horz" pos="1968">
          <p15:clr>
            <a:srgbClr val="A4A3A4"/>
          </p15:clr>
        </p15:guide>
      </p15:sldGuideLst>
    </p:ext>
    <p:ext uri="GoogleSlidesCustomDataVersion2">
      <go:slidesCustomData xmlns:go="http://customooxmlschemas.google.com/" r:id="rId114" roundtripDataSignature="AMtx7mjd5PFXHvgIj/Bt4s4RS/bZs5IB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7E12EB-8D16-45FE-B16B-C15E523507CA}">
  <a:tblStyle styleId="{7A7E12EB-8D16-45FE-B16B-C15E523507CA}" styleName="Table_0">
    <a:wholeTbl>
      <a:tcTxStyle b="off" i="off">
        <a:font>
          <a:latin typeface="Avenir Next LT Pro Light"/>
          <a:ea typeface="Avenir Next LT Pro Light"/>
          <a:cs typeface="Avenir Next LT Pro Light"/>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207A0912-30D5-4E57-8F1E-41FB3B5ABCE3}" styleName="Table_1">
    <a:wholeTbl>
      <a:tcTxStyle b="off" i="off">
        <a:font>
          <a:latin typeface="Avenir Next LT Pro Light"/>
          <a:ea typeface="Avenir Next LT Pro Light"/>
          <a:cs typeface="Avenir Next LT Pro Light"/>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0EFA341F-C6B5-4782-B749-4FF688350585}"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8063F8F-21B7-47D9-B03B-D20A765DDA84}" styleName="Table_3">
    <a:wholeTbl>
      <a:tcTxStyle b="off" i="off">
        <a:font>
          <a:latin typeface="Avenir Next LT Pro Light"/>
          <a:ea typeface="Avenir Next LT Pro Light"/>
          <a:cs typeface="Avenir Next LT Pro Light"/>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20000"/>
            </a:schemeClr>
          </a:solidFill>
        </a:fill>
      </a:tcStyle>
    </a:band1H>
    <a:band2H>
      <a:tcTxStyle/>
    </a:band2H>
    <a:band1V>
      <a:tcTxStyle/>
      <a:tcStyle>
        <a:fill>
          <a:solidFill>
            <a:schemeClr val="accent2">
              <a:alpha val="20000"/>
            </a:schemeClr>
          </a:solidFill>
        </a:fill>
      </a:tcStyle>
    </a:band1V>
    <a:band2V>
      <a:tcTx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2"/>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504"/>
        <p:guide pos="3696" orient="horz"/>
        <p:guide pos="196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Lato-bold.fntdata"/><Relationship Id="rId106" Type="http://schemas.openxmlformats.org/officeDocument/2006/relationships/font" Target="fonts/Lato-regular.fntdata"/><Relationship Id="rId105" Type="http://schemas.openxmlformats.org/officeDocument/2006/relationships/font" Target="fonts/Roboto-boldItalic.fntdata"/><Relationship Id="rId104" Type="http://schemas.openxmlformats.org/officeDocument/2006/relationships/font" Target="fonts/Roboto-italic.fntdata"/><Relationship Id="rId109" Type="http://schemas.openxmlformats.org/officeDocument/2006/relationships/font" Target="fonts/Lato-boldItalic.fntdata"/><Relationship Id="rId108" Type="http://schemas.openxmlformats.org/officeDocument/2006/relationships/font" Target="fonts/Lato-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bold.fntdata"/><Relationship Id="rId102" Type="http://schemas.openxmlformats.org/officeDocument/2006/relationships/font" Target="fonts/Roboto-regular.fntdata"/><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10" Type="http://schemas.openxmlformats.org/officeDocument/2006/relationships/font" Target="fonts/HelveticaNeue-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customschemas.google.com/relationships/presentationmetadata" Target="metadata"/><Relationship Id="rId18" Type="http://schemas.openxmlformats.org/officeDocument/2006/relationships/slide" Target="slides/slide12.xml"/><Relationship Id="rId113" Type="http://schemas.openxmlformats.org/officeDocument/2006/relationships/font" Target="fonts/HelveticaNeue-boldItalic.fntdata"/><Relationship Id="rId112" Type="http://schemas.openxmlformats.org/officeDocument/2006/relationships/font" Target="fonts/HelveticaNeue-italic.fntdata"/><Relationship Id="rId111" Type="http://schemas.openxmlformats.org/officeDocument/2006/relationships/font" Target="fonts/HelveticaNeue-bold.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0faad0cb0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0faad0cb0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g30faad0cb0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15d2f4423e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g315d2f4423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15d2f4423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g315d2f4423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15d2f4423e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g315d2f4423e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0" name="Google Shape;890;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7" name="Google Shape;89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3" name="Google Shape;90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7" name="Google Shape;917;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1" name="Google Shape;931;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df01323378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df01323378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g2df01323378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df0132337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df01323378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g2df01323378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df01323378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g2df01323378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df0132337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df01323378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 hadoop 1, there is HDFS which is used for </a:t>
            </a:r>
            <a:r>
              <a:rPr lang="en-US"/>
              <a:t>storage</a:t>
            </a:r>
            <a:r>
              <a:rPr lang="en-US"/>
              <a:t> and top of it. Map reduce which works as Resource management and data processing. </a:t>
            </a:r>
            <a:r>
              <a:rPr lang="en-US"/>
              <a:t>because</a:t>
            </a:r>
            <a:r>
              <a:rPr lang="en-US"/>
              <a:t> of this, it will affect the performance.</a:t>
            </a:r>
            <a:endParaRPr/>
          </a:p>
          <a:p>
            <a:pPr indent="0" lvl="0" marL="0" rtl="0" algn="l">
              <a:spcBef>
                <a:spcPts val="0"/>
              </a:spcBef>
              <a:spcAft>
                <a:spcPts val="0"/>
              </a:spcAft>
              <a:buNone/>
            </a:pPr>
            <a:r>
              <a:rPr lang="en-US"/>
              <a:t>in hadoop 2, there is also HDFS which again used for storage and on the top of HDFS, there is YARN which works as resource management. it basically allocated the resource and keeps all the things working.</a:t>
            </a:r>
            <a:endParaRPr/>
          </a:p>
        </p:txBody>
      </p:sp>
      <p:sp>
        <p:nvSpPr>
          <p:cNvPr id="975" name="Google Shape;975;g2df01323378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df0132337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df01323378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g2df01323378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2df0132337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2df01323378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1" name="Google Shape;991;g2df01323378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df0132337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df01323378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g2df01323378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df01323378_0_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g2df01323378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df01323378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g2df01323378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7" name="Google Shape;101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4" name="Google Shape;102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df01323378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2df01323378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7" name="Google Shape;1047;g2df01323378_0_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2df01323378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2df01323378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g2df01323378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4" name="Google Shape;106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 name="Google Shape;107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dfc6e0ba62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dfc6e0ba62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g2dfc6e0ba62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0f03cfa9ce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30f03cfa9ce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g30f03cfa9ce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0f03cfa9c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0f03cfa9ce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g30f03cfa9ce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0f03cfa9ce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30f03cfa9ce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g30f03cfa9ce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dfc6e0ba62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dfc6e0ba62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g2dfc6e0ba62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dfc6e0ba62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2dfc6e0ba62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4" name="Google Shape;1114;g2dfc6e0ba62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dfc6e0ba62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dfc6e0ba62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g2dfc6e0ba62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2dfc6e0ba6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2dfc6e0ba6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g2dfc6e0ba6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dfc6e0ba62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2dfc6e0ba62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g2dfc6e0ba62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FDAF5"/>
        </a:solidFill>
      </p:bgPr>
    </p:bg>
    <p:spTree>
      <p:nvGrpSpPr>
        <p:cNvPr id="14" name="Shape 14"/>
        <p:cNvGrpSpPr/>
        <p:nvPr/>
      </p:nvGrpSpPr>
      <p:grpSpPr>
        <a:xfrm>
          <a:off x="0" y="0"/>
          <a:ext cx="0" cy="0"/>
          <a:chOff x="0" y="0"/>
          <a:chExt cx="0" cy="0"/>
        </a:xfrm>
      </p:grpSpPr>
      <p:sp>
        <p:nvSpPr>
          <p:cNvPr id="15" name="Google Shape;15;p76"/>
          <p:cNvSpPr txBox="1"/>
          <p:nvPr>
            <p:ph type="ctrTitle"/>
          </p:nvPr>
        </p:nvSpPr>
        <p:spPr>
          <a:xfrm>
            <a:off x="6071616" y="960120"/>
            <a:ext cx="5221224" cy="305634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 name="Google Shape;16;p76"/>
          <p:cNvPicPr preferRelativeResize="0"/>
          <p:nvPr/>
        </p:nvPicPr>
        <p:blipFill rotWithShape="1">
          <a:blip r:embed="rId2">
            <a:alphaModFix/>
          </a:blip>
          <a:srcRect b="0" l="10617" r="0" t="0"/>
          <a:stretch/>
        </p:blipFill>
        <p:spPr>
          <a:xfrm>
            <a:off x="0" y="0"/>
            <a:ext cx="6153048" cy="6858000"/>
          </a:xfrm>
          <a:prstGeom prst="rect">
            <a:avLst/>
          </a:prstGeom>
          <a:noFill/>
          <a:ln>
            <a:noFill/>
          </a:ln>
        </p:spPr>
      </p:pic>
    </p:spTree>
  </p:cSld>
  <p:clrMapOvr>
    <a:masterClrMapping/>
  </p:clrMapOvr>
  <p:extLst>
    <p:ext uri="{DCECCB84-F9BA-43D5-87BE-67443E8EF086}">
      <p15:sldGuideLst>
        <p15:guide id="1" pos="73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17" name="Shape 17"/>
        <p:cNvGrpSpPr/>
        <p:nvPr/>
      </p:nvGrpSpPr>
      <p:grpSpPr>
        <a:xfrm>
          <a:off x="0" y="0"/>
          <a:ext cx="0" cy="0"/>
          <a:chOff x="0" y="0"/>
          <a:chExt cx="0" cy="0"/>
        </a:xfrm>
      </p:grpSpPr>
      <p:sp>
        <p:nvSpPr>
          <p:cNvPr id="18" name="Google Shape;18;p77"/>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7"/>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0"/>
              </a:spcBef>
              <a:spcAft>
                <a:spcPts val="0"/>
              </a:spcAft>
              <a:buClr>
                <a:schemeClr val="dk1"/>
              </a:buClr>
              <a:buSzPts val="2000"/>
              <a:buFont typeface="Arial"/>
              <a:buChar char="•"/>
              <a:defRPr sz="2000"/>
            </a:lvl1pPr>
            <a:lvl2pPr indent="-355600" lvl="1" marL="914400" algn="l">
              <a:lnSpc>
                <a:spcPct val="120000"/>
              </a:lnSpc>
              <a:spcBef>
                <a:spcPts val="1200"/>
              </a:spcBef>
              <a:spcAft>
                <a:spcPts val="0"/>
              </a:spcAft>
              <a:buClr>
                <a:schemeClr val="dk1"/>
              </a:buClr>
              <a:buSzPts val="2000"/>
              <a:buFont typeface="Arial"/>
              <a:buChar char="•"/>
              <a:defRPr sz="2000"/>
            </a:lvl2pPr>
            <a:lvl3pPr indent="-355600" lvl="2" marL="1371600" algn="l">
              <a:lnSpc>
                <a:spcPct val="120000"/>
              </a:lnSpc>
              <a:spcBef>
                <a:spcPts val="500"/>
              </a:spcBef>
              <a:spcAft>
                <a:spcPts val="0"/>
              </a:spcAft>
              <a:buClr>
                <a:schemeClr val="dk1"/>
              </a:buClr>
              <a:buSzPts val="2000"/>
              <a:buFont typeface="Arial"/>
              <a:buChar char="•"/>
              <a:defRPr sz="2000"/>
            </a:lvl3pPr>
            <a:lvl4pPr indent="-355600" lvl="3" marL="1828800" algn="l">
              <a:lnSpc>
                <a:spcPct val="120000"/>
              </a:lnSpc>
              <a:spcBef>
                <a:spcPts val="500"/>
              </a:spcBef>
              <a:spcAft>
                <a:spcPts val="0"/>
              </a:spcAft>
              <a:buClr>
                <a:schemeClr val="dk1"/>
              </a:buClr>
              <a:buSzPts val="2000"/>
              <a:buFont typeface="Arial"/>
              <a:buChar char="•"/>
              <a:defRPr sz="2000"/>
            </a:lvl4pPr>
            <a:lvl5pPr indent="-355600" lvl="4" marL="2286000" algn="l">
              <a:lnSpc>
                <a:spcPct val="120000"/>
              </a:lnSpc>
              <a:spcBef>
                <a:spcPts val="500"/>
              </a:spcBef>
              <a:spcAft>
                <a:spcPts val="0"/>
              </a:spcAft>
              <a:buClr>
                <a:schemeClr val="dk1"/>
              </a:buClr>
              <a:buSzPts val="2000"/>
              <a:buFont typeface="Arial"/>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77"/>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i="0" sz="1400" u="none" cap="none" strike="noStrike">
                <a:solidFill>
                  <a:schemeClr val="dk1"/>
                </a:solidFill>
                <a:latin typeface="Arial"/>
                <a:ea typeface="Arial"/>
                <a:cs typeface="Arial"/>
                <a:sym typeface="Arial"/>
              </a:defRPr>
            </a:lvl1pPr>
            <a:lvl2pPr indent="0" lvl="1" marL="0" algn="l">
              <a:spcBef>
                <a:spcPts val="0"/>
              </a:spcBef>
              <a:buNone/>
              <a:defRPr b="1" i="0" sz="1400" u="none" cap="none" strike="noStrike">
                <a:solidFill>
                  <a:schemeClr val="dk1"/>
                </a:solidFill>
                <a:latin typeface="Arial"/>
                <a:ea typeface="Arial"/>
                <a:cs typeface="Arial"/>
                <a:sym typeface="Arial"/>
              </a:defRPr>
            </a:lvl2pPr>
            <a:lvl3pPr indent="0" lvl="2" marL="0" algn="l">
              <a:spcBef>
                <a:spcPts val="0"/>
              </a:spcBef>
              <a:buNone/>
              <a:defRPr b="1" i="0" sz="1400" u="none" cap="none" strike="noStrike">
                <a:solidFill>
                  <a:schemeClr val="dk1"/>
                </a:solidFill>
                <a:latin typeface="Arial"/>
                <a:ea typeface="Arial"/>
                <a:cs typeface="Arial"/>
                <a:sym typeface="Arial"/>
              </a:defRPr>
            </a:lvl3pPr>
            <a:lvl4pPr indent="0" lvl="3" marL="0" algn="l">
              <a:spcBef>
                <a:spcPts val="0"/>
              </a:spcBef>
              <a:buNone/>
              <a:defRPr b="1" i="0" sz="1400" u="none" cap="none" strike="noStrike">
                <a:solidFill>
                  <a:schemeClr val="dk1"/>
                </a:solidFill>
                <a:latin typeface="Arial"/>
                <a:ea typeface="Arial"/>
                <a:cs typeface="Arial"/>
                <a:sym typeface="Arial"/>
              </a:defRPr>
            </a:lvl4pPr>
            <a:lvl5pPr indent="0" lvl="4" marL="0" algn="l">
              <a:spcBef>
                <a:spcPts val="0"/>
              </a:spcBef>
              <a:buNone/>
              <a:defRPr b="1" i="0" sz="1400" u="none" cap="none" strike="noStrike">
                <a:solidFill>
                  <a:schemeClr val="dk1"/>
                </a:solidFill>
                <a:latin typeface="Arial"/>
                <a:ea typeface="Arial"/>
                <a:cs typeface="Arial"/>
                <a:sym typeface="Arial"/>
              </a:defRPr>
            </a:lvl5pPr>
            <a:lvl6pPr indent="0" lvl="5" marL="0" algn="l">
              <a:spcBef>
                <a:spcPts val="0"/>
              </a:spcBef>
              <a:buNone/>
              <a:defRPr b="1" i="0" sz="1400" u="none" cap="none" strike="noStrike">
                <a:solidFill>
                  <a:schemeClr val="dk1"/>
                </a:solidFill>
                <a:latin typeface="Arial"/>
                <a:ea typeface="Arial"/>
                <a:cs typeface="Arial"/>
                <a:sym typeface="Arial"/>
              </a:defRPr>
            </a:lvl6pPr>
            <a:lvl7pPr indent="0" lvl="6" marL="0" algn="l">
              <a:spcBef>
                <a:spcPts val="0"/>
              </a:spcBef>
              <a:buNone/>
              <a:defRPr b="1" i="0" sz="1400" u="none" cap="none" strike="noStrike">
                <a:solidFill>
                  <a:schemeClr val="dk1"/>
                </a:solidFill>
                <a:latin typeface="Arial"/>
                <a:ea typeface="Arial"/>
                <a:cs typeface="Arial"/>
                <a:sym typeface="Arial"/>
              </a:defRPr>
            </a:lvl7pPr>
            <a:lvl8pPr indent="0" lvl="7" marL="0" algn="l">
              <a:spcBef>
                <a:spcPts val="0"/>
              </a:spcBef>
              <a:buNone/>
              <a:defRPr b="1" i="0" sz="1400" u="none" cap="none" strike="noStrike">
                <a:solidFill>
                  <a:schemeClr val="dk1"/>
                </a:solidFill>
                <a:latin typeface="Arial"/>
                <a:ea typeface="Arial"/>
                <a:cs typeface="Arial"/>
                <a:sym typeface="Arial"/>
              </a:defRPr>
            </a:lvl8pPr>
            <a:lvl9pPr indent="0" lvl="8" marL="0" algn="l">
              <a:spcBef>
                <a:spcPts val="0"/>
              </a:spcBef>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1" name="Google Shape;21;p77"/>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2" name="Google Shape;22;p77"/>
          <p:cNvPicPr preferRelativeResize="0"/>
          <p:nvPr/>
        </p:nvPicPr>
        <p:blipFill rotWithShape="1">
          <a:blip r:embed="rId2">
            <a:alphaModFix/>
          </a:blip>
          <a:srcRect b="3860" l="1585" r="26226" t="0"/>
          <a:stretch/>
        </p:blipFill>
        <p:spPr>
          <a:xfrm>
            <a:off x="9415463" y="264696"/>
            <a:ext cx="2776538" cy="659330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3">
  <p:cSld name="Section Title 3">
    <p:bg>
      <p:bgPr>
        <a:solidFill>
          <a:srgbClr val="D7ECEB"/>
        </a:solidFill>
      </p:bgPr>
    </p:bg>
    <p:spTree>
      <p:nvGrpSpPr>
        <p:cNvPr id="23" name="Shape 23"/>
        <p:cNvGrpSpPr/>
        <p:nvPr/>
      </p:nvGrpSpPr>
      <p:grpSpPr>
        <a:xfrm>
          <a:off x="0" y="0"/>
          <a:ext cx="0" cy="0"/>
          <a:chOff x="0" y="0"/>
          <a:chExt cx="0" cy="0"/>
        </a:xfrm>
      </p:grpSpPr>
      <p:sp>
        <p:nvSpPr>
          <p:cNvPr id="24" name="Google Shape;24;p78"/>
          <p:cNvSpPr txBox="1"/>
          <p:nvPr>
            <p:ph type="title"/>
          </p:nvPr>
        </p:nvSpPr>
        <p:spPr>
          <a:xfrm>
            <a:off x="6095999" y="441960"/>
            <a:ext cx="5641897" cy="331689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8"/>
          <p:cNvSpPr txBox="1"/>
          <p:nvPr>
            <p:ph idx="1" type="body"/>
          </p:nvPr>
        </p:nvSpPr>
        <p:spPr>
          <a:xfrm>
            <a:off x="6109694" y="4068392"/>
            <a:ext cx="5580586" cy="2197590"/>
          </a:xfrm>
          <a:prstGeom prst="rect">
            <a:avLst/>
          </a:prstGeom>
          <a:noFill/>
          <a:ln>
            <a:noFill/>
          </a:ln>
        </p:spPr>
        <p:txBody>
          <a:bodyPr anchorCtr="0" anchor="t" bIns="45700" lIns="91425" spcFirstLastPara="1" rIns="91425" wrap="square" tIns="45700">
            <a:normAutofit/>
          </a:bodyPr>
          <a:lstStyle>
            <a:lvl1pPr indent="-228600" lvl="0" marL="457200" algn="l">
              <a:lnSpc>
                <a:spcPct val="85714"/>
              </a:lnSpc>
              <a:spcBef>
                <a:spcPts val="1000"/>
              </a:spcBef>
              <a:spcAft>
                <a:spcPts val="0"/>
              </a:spcAft>
              <a:buClr>
                <a:schemeClr val="dk1"/>
              </a:buClr>
              <a:buSzPts val="2800"/>
              <a:buNone/>
              <a:defRPr sz="2800"/>
            </a:lvl1pPr>
            <a:lvl2pPr indent="-228600" lvl="1" marL="914400" algn="l">
              <a:lnSpc>
                <a:spcPct val="120000"/>
              </a:lnSpc>
              <a:spcBef>
                <a:spcPts val="500"/>
              </a:spcBef>
              <a:spcAft>
                <a:spcPts val="0"/>
              </a:spcAft>
              <a:buClr>
                <a:schemeClr val="dk1"/>
              </a:buClr>
              <a:buSzPts val="2000"/>
              <a:buNone/>
              <a:defRPr sz="2000"/>
            </a:lvl2pPr>
            <a:lvl3pPr indent="-228600" lvl="2" marL="1371600" algn="l">
              <a:lnSpc>
                <a:spcPct val="120000"/>
              </a:lnSpc>
              <a:spcBef>
                <a:spcPts val="500"/>
              </a:spcBef>
              <a:spcAft>
                <a:spcPts val="0"/>
              </a:spcAft>
              <a:buClr>
                <a:schemeClr val="dk1"/>
              </a:buClr>
              <a:buSzPts val="2000"/>
              <a:buNone/>
              <a:defRPr sz="2000"/>
            </a:lvl3pPr>
            <a:lvl4pPr indent="-228600" lvl="3" marL="1828800" algn="l">
              <a:lnSpc>
                <a:spcPct val="120000"/>
              </a:lnSpc>
              <a:spcBef>
                <a:spcPts val="500"/>
              </a:spcBef>
              <a:spcAft>
                <a:spcPts val="0"/>
              </a:spcAft>
              <a:buClr>
                <a:schemeClr val="dk1"/>
              </a:buClr>
              <a:buSzPts val="2000"/>
              <a:buNone/>
              <a:defRPr sz="2000"/>
            </a:lvl4pPr>
            <a:lvl5pPr indent="-228600" lvl="4" marL="2286000" algn="l">
              <a:lnSpc>
                <a:spcPct val="120000"/>
              </a:lnSpc>
              <a:spcBef>
                <a:spcPts val="500"/>
              </a:spcBef>
              <a:spcAft>
                <a:spcPts val="0"/>
              </a:spcAft>
              <a:buClr>
                <a:schemeClr val="dk1"/>
              </a:buClr>
              <a:buSzPts val="2000"/>
              <a:buNone/>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 name="Google Shape;26;p78"/>
          <p:cNvPicPr preferRelativeResize="0"/>
          <p:nvPr/>
        </p:nvPicPr>
        <p:blipFill rotWithShape="1">
          <a:blip r:embed="rId2">
            <a:alphaModFix/>
          </a:blip>
          <a:srcRect b="0" l="21706" r="0" t="0"/>
          <a:stretch/>
        </p:blipFill>
        <p:spPr>
          <a:xfrm>
            <a:off x="0" y="0"/>
            <a:ext cx="4661067"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27" name="Shape 27"/>
        <p:cNvGrpSpPr/>
        <p:nvPr/>
      </p:nvGrpSpPr>
      <p:grpSpPr>
        <a:xfrm>
          <a:off x="0" y="0"/>
          <a:ext cx="0" cy="0"/>
          <a:chOff x="0" y="0"/>
          <a:chExt cx="0" cy="0"/>
        </a:xfrm>
      </p:grpSpPr>
      <p:sp>
        <p:nvSpPr>
          <p:cNvPr id="28" name="Google Shape;28;p79"/>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79"/>
          <p:cNvSpPr txBox="1"/>
          <p:nvPr>
            <p:ph idx="1" type="body"/>
          </p:nvPr>
        </p:nvSpPr>
        <p:spPr>
          <a:xfrm>
            <a:off x="893763" y="2073275"/>
            <a:ext cx="4887594"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79"/>
          <p:cNvSpPr txBox="1"/>
          <p:nvPr>
            <p:ph idx="2" type="body"/>
          </p:nvPr>
        </p:nvSpPr>
        <p:spPr>
          <a:xfrm>
            <a:off x="6410644" y="2073275"/>
            <a:ext cx="4887594"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79"/>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i="0" sz="1400" u="none" cap="none" strike="noStrike">
                <a:solidFill>
                  <a:schemeClr val="dk1"/>
                </a:solidFill>
                <a:latin typeface="Arial"/>
                <a:ea typeface="Arial"/>
                <a:cs typeface="Arial"/>
                <a:sym typeface="Arial"/>
              </a:defRPr>
            </a:lvl1pPr>
            <a:lvl2pPr indent="0" lvl="1" marL="0" algn="l">
              <a:spcBef>
                <a:spcPts val="0"/>
              </a:spcBef>
              <a:buNone/>
              <a:defRPr b="1" i="0" sz="1400" u="none" cap="none" strike="noStrike">
                <a:solidFill>
                  <a:schemeClr val="dk1"/>
                </a:solidFill>
                <a:latin typeface="Arial"/>
                <a:ea typeface="Arial"/>
                <a:cs typeface="Arial"/>
                <a:sym typeface="Arial"/>
              </a:defRPr>
            </a:lvl2pPr>
            <a:lvl3pPr indent="0" lvl="2" marL="0" algn="l">
              <a:spcBef>
                <a:spcPts val="0"/>
              </a:spcBef>
              <a:buNone/>
              <a:defRPr b="1" i="0" sz="1400" u="none" cap="none" strike="noStrike">
                <a:solidFill>
                  <a:schemeClr val="dk1"/>
                </a:solidFill>
                <a:latin typeface="Arial"/>
                <a:ea typeface="Arial"/>
                <a:cs typeface="Arial"/>
                <a:sym typeface="Arial"/>
              </a:defRPr>
            </a:lvl3pPr>
            <a:lvl4pPr indent="0" lvl="3" marL="0" algn="l">
              <a:spcBef>
                <a:spcPts val="0"/>
              </a:spcBef>
              <a:buNone/>
              <a:defRPr b="1" i="0" sz="1400" u="none" cap="none" strike="noStrike">
                <a:solidFill>
                  <a:schemeClr val="dk1"/>
                </a:solidFill>
                <a:latin typeface="Arial"/>
                <a:ea typeface="Arial"/>
                <a:cs typeface="Arial"/>
                <a:sym typeface="Arial"/>
              </a:defRPr>
            </a:lvl4pPr>
            <a:lvl5pPr indent="0" lvl="4" marL="0" algn="l">
              <a:spcBef>
                <a:spcPts val="0"/>
              </a:spcBef>
              <a:buNone/>
              <a:defRPr b="1" i="0" sz="1400" u="none" cap="none" strike="noStrike">
                <a:solidFill>
                  <a:schemeClr val="dk1"/>
                </a:solidFill>
                <a:latin typeface="Arial"/>
                <a:ea typeface="Arial"/>
                <a:cs typeface="Arial"/>
                <a:sym typeface="Arial"/>
              </a:defRPr>
            </a:lvl5pPr>
            <a:lvl6pPr indent="0" lvl="5" marL="0" algn="l">
              <a:spcBef>
                <a:spcPts val="0"/>
              </a:spcBef>
              <a:buNone/>
              <a:defRPr b="1" i="0" sz="1400" u="none" cap="none" strike="noStrike">
                <a:solidFill>
                  <a:schemeClr val="dk1"/>
                </a:solidFill>
                <a:latin typeface="Arial"/>
                <a:ea typeface="Arial"/>
                <a:cs typeface="Arial"/>
                <a:sym typeface="Arial"/>
              </a:defRPr>
            </a:lvl6pPr>
            <a:lvl7pPr indent="0" lvl="6" marL="0" algn="l">
              <a:spcBef>
                <a:spcPts val="0"/>
              </a:spcBef>
              <a:buNone/>
              <a:defRPr b="1" i="0" sz="1400" u="none" cap="none" strike="noStrike">
                <a:solidFill>
                  <a:schemeClr val="dk1"/>
                </a:solidFill>
                <a:latin typeface="Arial"/>
                <a:ea typeface="Arial"/>
                <a:cs typeface="Arial"/>
                <a:sym typeface="Arial"/>
              </a:defRPr>
            </a:lvl7pPr>
            <a:lvl8pPr indent="0" lvl="7" marL="0" algn="l">
              <a:spcBef>
                <a:spcPts val="0"/>
              </a:spcBef>
              <a:buNone/>
              <a:defRPr b="1" i="0" sz="1400" u="none" cap="none" strike="noStrike">
                <a:solidFill>
                  <a:schemeClr val="dk1"/>
                </a:solidFill>
                <a:latin typeface="Arial"/>
                <a:ea typeface="Arial"/>
                <a:cs typeface="Arial"/>
                <a:sym typeface="Arial"/>
              </a:defRPr>
            </a:lvl8pPr>
            <a:lvl9pPr indent="0" lvl="8" marL="0" algn="l">
              <a:spcBef>
                <a:spcPts val="0"/>
              </a:spcBef>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79"/>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2">
  <p:cSld name="Table 2">
    <p:spTree>
      <p:nvGrpSpPr>
        <p:cNvPr id="33" name="Shape 33"/>
        <p:cNvGrpSpPr/>
        <p:nvPr/>
      </p:nvGrpSpPr>
      <p:grpSpPr>
        <a:xfrm>
          <a:off x="0" y="0"/>
          <a:ext cx="0" cy="0"/>
          <a:chOff x="0" y="0"/>
          <a:chExt cx="0" cy="0"/>
        </a:xfrm>
      </p:grpSpPr>
      <p:sp>
        <p:nvSpPr>
          <p:cNvPr id="34" name="Google Shape;34;p80"/>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0"/>
          <p:cNvSpPr txBox="1"/>
          <p:nvPr>
            <p:ph idx="1" type="body"/>
          </p:nvPr>
        </p:nvSpPr>
        <p:spPr>
          <a:xfrm>
            <a:off x="911352" y="2043429"/>
            <a:ext cx="10405174" cy="3925467"/>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Char char="•"/>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600"/>
              </a:spcBef>
              <a:spcAft>
                <a:spcPts val="0"/>
              </a:spcAft>
              <a:buClr>
                <a:schemeClr val="dk1"/>
              </a:buClr>
              <a:buSzPts val="2000"/>
              <a:buChar char="•"/>
              <a:defRPr sz="20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sz="1400">
                <a:solidFill>
                  <a:schemeClr val="dk1"/>
                </a:solidFill>
                <a:latin typeface="Arial"/>
                <a:ea typeface="Arial"/>
                <a:cs typeface="Arial"/>
                <a:sym typeface="Arial"/>
              </a:defRPr>
            </a:lvl1pPr>
            <a:lvl2pPr indent="0" lvl="1" marL="0" algn="l">
              <a:spcBef>
                <a:spcPts val="0"/>
              </a:spcBef>
              <a:buNone/>
              <a:defRPr b="1" sz="1400">
                <a:solidFill>
                  <a:schemeClr val="dk1"/>
                </a:solidFill>
                <a:latin typeface="Arial"/>
                <a:ea typeface="Arial"/>
                <a:cs typeface="Arial"/>
                <a:sym typeface="Arial"/>
              </a:defRPr>
            </a:lvl2pPr>
            <a:lvl3pPr indent="0" lvl="2" marL="0" algn="l">
              <a:spcBef>
                <a:spcPts val="0"/>
              </a:spcBef>
              <a:buNone/>
              <a:defRPr b="1" sz="1400">
                <a:solidFill>
                  <a:schemeClr val="dk1"/>
                </a:solidFill>
                <a:latin typeface="Arial"/>
                <a:ea typeface="Arial"/>
                <a:cs typeface="Arial"/>
                <a:sym typeface="Arial"/>
              </a:defRPr>
            </a:lvl3pPr>
            <a:lvl4pPr indent="0" lvl="3" marL="0" algn="l">
              <a:spcBef>
                <a:spcPts val="0"/>
              </a:spcBef>
              <a:buNone/>
              <a:defRPr b="1" sz="1400">
                <a:solidFill>
                  <a:schemeClr val="dk1"/>
                </a:solidFill>
                <a:latin typeface="Arial"/>
                <a:ea typeface="Arial"/>
                <a:cs typeface="Arial"/>
                <a:sym typeface="Arial"/>
              </a:defRPr>
            </a:lvl4pPr>
            <a:lvl5pPr indent="0" lvl="4" marL="0" algn="l">
              <a:spcBef>
                <a:spcPts val="0"/>
              </a:spcBef>
              <a:buNone/>
              <a:defRPr b="1" sz="1400">
                <a:solidFill>
                  <a:schemeClr val="dk1"/>
                </a:solidFill>
                <a:latin typeface="Arial"/>
                <a:ea typeface="Arial"/>
                <a:cs typeface="Arial"/>
                <a:sym typeface="Arial"/>
              </a:defRPr>
            </a:lvl5pPr>
            <a:lvl6pPr indent="0" lvl="5" marL="0" algn="l">
              <a:spcBef>
                <a:spcPts val="0"/>
              </a:spcBef>
              <a:buNone/>
              <a:defRPr b="1" sz="1400">
                <a:solidFill>
                  <a:schemeClr val="dk1"/>
                </a:solidFill>
                <a:latin typeface="Arial"/>
                <a:ea typeface="Arial"/>
                <a:cs typeface="Arial"/>
                <a:sym typeface="Arial"/>
              </a:defRPr>
            </a:lvl6pPr>
            <a:lvl7pPr indent="0" lvl="6" marL="0" algn="l">
              <a:spcBef>
                <a:spcPts val="0"/>
              </a:spcBef>
              <a:buNone/>
              <a:defRPr b="1" sz="1400">
                <a:solidFill>
                  <a:schemeClr val="dk1"/>
                </a:solidFill>
                <a:latin typeface="Arial"/>
                <a:ea typeface="Arial"/>
                <a:cs typeface="Arial"/>
                <a:sym typeface="Arial"/>
              </a:defRPr>
            </a:lvl7pPr>
            <a:lvl8pPr indent="0" lvl="7" marL="0" algn="l">
              <a:spcBef>
                <a:spcPts val="0"/>
              </a:spcBef>
              <a:buNone/>
              <a:defRPr b="1" sz="1400">
                <a:solidFill>
                  <a:schemeClr val="dk1"/>
                </a:solidFill>
                <a:latin typeface="Arial"/>
                <a:ea typeface="Arial"/>
                <a:cs typeface="Arial"/>
                <a:sym typeface="Arial"/>
              </a:defRPr>
            </a:lvl8pPr>
            <a:lvl9pPr indent="0" lvl="8" marL="0" algn="l">
              <a:spcBef>
                <a:spcPts val="0"/>
              </a:spcBef>
              <a:buNone/>
              <a:defRPr b="1" sz="1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7" name="Google Shape;37;p80"/>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38" name="Shape 38"/>
        <p:cNvGrpSpPr/>
        <p:nvPr/>
      </p:nvGrpSpPr>
      <p:grpSpPr>
        <a:xfrm>
          <a:off x="0" y="0"/>
          <a:ext cx="0" cy="0"/>
          <a:chOff x="0" y="0"/>
          <a:chExt cx="0" cy="0"/>
        </a:xfrm>
      </p:grpSpPr>
      <p:sp>
        <p:nvSpPr>
          <p:cNvPr id="39" name="Google Shape;39;p81"/>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81"/>
          <p:cNvSpPr txBox="1"/>
          <p:nvPr>
            <p:ph idx="1" type="body"/>
          </p:nvPr>
        </p:nvSpPr>
        <p:spPr>
          <a:xfrm>
            <a:off x="899160" y="2026920"/>
            <a:ext cx="3017520" cy="390175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1"/>
          <p:cNvSpPr txBox="1"/>
          <p:nvPr>
            <p:ph idx="2" type="body"/>
          </p:nvPr>
        </p:nvSpPr>
        <p:spPr>
          <a:xfrm>
            <a:off x="4525963" y="2026603"/>
            <a:ext cx="6766877" cy="390207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0"/>
              </a:spcBef>
              <a:spcAft>
                <a:spcPts val="0"/>
              </a:spcAft>
              <a:buClr>
                <a:schemeClr val="dk1"/>
              </a:buClr>
              <a:buSzPts val="2800"/>
              <a:buChar char="•"/>
              <a:defRPr/>
            </a:lvl1pPr>
            <a:lvl2pPr indent="-381000" lvl="1" marL="914400" algn="l">
              <a:lnSpc>
                <a:spcPct val="90000"/>
              </a:lnSpc>
              <a:spcBef>
                <a:spcPts val="1200"/>
              </a:spcBef>
              <a:spcAft>
                <a:spcPts val="0"/>
              </a:spcAft>
              <a:buClr>
                <a:schemeClr val="dk1"/>
              </a:buClr>
              <a:buSzPts val="2400"/>
              <a:buChar char="•"/>
              <a:defRPr/>
            </a:lvl2pPr>
            <a:lvl3pPr indent="-355600" lvl="2" marL="1371600" algn="l">
              <a:lnSpc>
                <a:spcPct val="90000"/>
              </a:lnSpc>
              <a:spcBef>
                <a:spcPts val="600"/>
              </a:spcBef>
              <a:spcAft>
                <a:spcPts val="0"/>
              </a:spcAft>
              <a:buClr>
                <a:schemeClr val="dk1"/>
              </a:buClr>
              <a:buSzPts val="2000"/>
              <a:buChar char="•"/>
              <a:defRPr/>
            </a:lvl3pPr>
            <a:lvl4pPr indent="-355600" lvl="3" marL="1828800" algn="l">
              <a:lnSpc>
                <a:spcPct val="90000"/>
              </a:lnSpc>
              <a:spcBef>
                <a:spcPts val="600"/>
              </a:spcBef>
              <a:spcAft>
                <a:spcPts val="0"/>
              </a:spcAft>
              <a:buClr>
                <a:schemeClr val="dk1"/>
              </a:buClr>
              <a:buSzPts val="2000"/>
              <a:buChar char="•"/>
              <a:defRPr sz="2000"/>
            </a:lvl4pPr>
            <a:lvl5pPr indent="-355600" lvl="4" marL="2286000" algn="l">
              <a:lnSpc>
                <a:spcPct val="9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1"/>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sz="1400">
                <a:solidFill>
                  <a:schemeClr val="dk1"/>
                </a:solidFill>
                <a:latin typeface="Arial"/>
                <a:ea typeface="Arial"/>
                <a:cs typeface="Arial"/>
                <a:sym typeface="Arial"/>
              </a:defRPr>
            </a:lvl1pPr>
            <a:lvl2pPr indent="0" lvl="1" marL="0" algn="l">
              <a:spcBef>
                <a:spcPts val="0"/>
              </a:spcBef>
              <a:buNone/>
              <a:defRPr b="1" sz="1400">
                <a:solidFill>
                  <a:schemeClr val="dk1"/>
                </a:solidFill>
                <a:latin typeface="Arial"/>
                <a:ea typeface="Arial"/>
                <a:cs typeface="Arial"/>
                <a:sym typeface="Arial"/>
              </a:defRPr>
            </a:lvl2pPr>
            <a:lvl3pPr indent="0" lvl="2" marL="0" algn="l">
              <a:spcBef>
                <a:spcPts val="0"/>
              </a:spcBef>
              <a:buNone/>
              <a:defRPr b="1" sz="1400">
                <a:solidFill>
                  <a:schemeClr val="dk1"/>
                </a:solidFill>
                <a:latin typeface="Arial"/>
                <a:ea typeface="Arial"/>
                <a:cs typeface="Arial"/>
                <a:sym typeface="Arial"/>
              </a:defRPr>
            </a:lvl3pPr>
            <a:lvl4pPr indent="0" lvl="3" marL="0" algn="l">
              <a:spcBef>
                <a:spcPts val="0"/>
              </a:spcBef>
              <a:buNone/>
              <a:defRPr b="1" sz="1400">
                <a:solidFill>
                  <a:schemeClr val="dk1"/>
                </a:solidFill>
                <a:latin typeface="Arial"/>
                <a:ea typeface="Arial"/>
                <a:cs typeface="Arial"/>
                <a:sym typeface="Arial"/>
              </a:defRPr>
            </a:lvl4pPr>
            <a:lvl5pPr indent="0" lvl="4" marL="0" algn="l">
              <a:spcBef>
                <a:spcPts val="0"/>
              </a:spcBef>
              <a:buNone/>
              <a:defRPr b="1" sz="1400">
                <a:solidFill>
                  <a:schemeClr val="dk1"/>
                </a:solidFill>
                <a:latin typeface="Arial"/>
                <a:ea typeface="Arial"/>
                <a:cs typeface="Arial"/>
                <a:sym typeface="Arial"/>
              </a:defRPr>
            </a:lvl5pPr>
            <a:lvl6pPr indent="0" lvl="5" marL="0" algn="l">
              <a:spcBef>
                <a:spcPts val="0"/>
              </a:spcBef>
              <a:buNone/>
              <a:defRPr b="1" sz="1400">
                <a:solidFill>
                  <a:schemeClr val="dk1"/>
                </a:solidFill>
                <a:latin typeface="Arial"/>
                <a:ea typeface="Arial"/>
                <a:cs typeface="Arial"/>
                <a:sym typeface="Arial"/>
              </a:defRPr>
            </a:lvl6pPr>
            <a:lvl7pPr indent="0" lvl="6" marL="0" algn="l">
              <a:spcBef>
                <a:spcPts val="0"/>
              </a:spcBef>
              <a:buNone/>
              <a:defRPr b="1" sz="1400">
                <a:solidFill>
                  <a:schemeClr val="dk1"/>
                </a:solidFill>
                <a:latin typeface="Arial"/>
                <a:ea typeface="Arial"/>
                <a:cs typeface="Arial"/>
                <a:sym typeface="Arial"/>
              </a:defRPr>
            </a:lvl7pPr>
            <a:lvl8pPr indent="0" lvl="7" marL="0" algn="l">
              <a:spcBef>
                <a:spcPts val="0"/>
              </a:spcBef>
              <a:buNone/>
              <a:defRPr b="1" sz="1400">
                <a:solidFill>
                  <a:schemeClr val="dk1"/>
                </a:solidFill>
                <a:latin typeface="Arial"/>
                <a:ea typeface="Arial"/>
                <a:cs typeface="Arial"/>
                <a:sym typeface="Arial"/>
              </a:defRPr>
            </a:lvl8pPr>
            <a:lvl9pPr indent="0" lvl="8" marL="0" algn="l">
              <a:spcBef>
                <a:spcPts val="0"/>
              </a:spcBef>
              <a:buNone/>
              <a:defRPr b="1" sz="1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bg>
      <p:bgPr>
        <a:solidFill>
          <a:srgbClr val="FDF3E9"/>
        </a:solidFill>
      </p:bgPr>
    </p:bg>
    <p:spTree>
      <p:nvGrpSpPr>
        <p:cNvPr id="43" name="Shape 43"/>
        <p:cNvGrpSpPr/>
        <p:nvPr/>
      </p:nvGrpSpPr>
      <p:grpSpPr>
        <a:xfrm>
          <a:off x="0" y="0"/>
          <a:ext cx="0" cy="0"/>
          <a:chOff x="0" y="0"/>
          <a:chExt cx="0" cy="0"/>
        </a:xfrm>
      </p:grpSpPr>
      <p:sp>
        <p:nvSpPr>
          <p:cNvPr id="44" name="Google Shape;44;p82"/>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82"/>
          <p:cNvSpPr/>
          <p:nvPr>
            <p:ph idx="2" type="pic"/>
          </p:nvPr>
        </p:nvSpPr>
        <p:spPr>
          <a:xfrm>
            <a:off x="7625969" y="-9144"/>
            <a:ext cx="4581525" cy="6602413"/>
          </a:xfrm>
          <a:prstGeom prst="rect">
            <a:avLst/>
          </a:prstGeom>
          <a:noFill/>
          <a:ln>
            <a:noFill/>
          </a:ln>
        </p:spPr>
      </p:sp>
      <p:sp>
        <p:nvSpPr>
          <p:cNvPr id="46" name="Google Shape;46;p82"/>
          <p:cNvSpPr/>
          <p:nvPr/>
        </p:nvSpPr>
        <p:spPr>
          <a:xfrm>
            <a:off x="0" y="6583680"/>
            <a:ext cx="7620000" cy="27432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2">
  <p:cSld name="Title and Two Content 2">
    <p:spTree>
      <p:nvGrpSpPr>
        <p:cNvPr id="47" name="Shape 47"/>
        <p:cNvGrpSpPr/>
        <p:nvPr/>
      </p:nvGrpSpPr>
      <p:grpSpPr>
        <a:xfrm>
          <a:off x="0" y="0"/>
          <a:ext cx="0" cy="0"/>
          <a:chOff x="0" y="0"/>
          <a:chExt cx="0" cy="0"/>
        </a:xfrm>
      </p:grpSpPr>
      <p:sp>
        <p:nvSpPr>
          <p:cNvPr id="48" name="Google Shape;48;p83"/>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3"/>
          <p:cNvSpPr txBox="1"/>
          <p:nvPr>
            <p:ph idx="1" type="body"/>
          </p:nvPr>
        </p:nvSpPr>
        <p:spPr>
          <a:xfrm>
            <a:off x="893763" y="2073275"/>
            <a:ext cx="3144837" cy="3687763"/>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AutoNum type="arabicPeriod"/>
              <a:defRPr sz="2000"/>
            </a:lvl1pPr>
            <a:lvl2pPr indent="-355600" lvl="1" marL="914400" algn="l">
              <a:lnSpc>
                <a:spcPct val="100000"/>
              </a:lnSpc>
              <a:spcBef>
                <a:spcPts val="1200"/>
              </a:spcBef>
              <a:spcAft>
                <a:spcPts val="0"/>
              </a:spcAft>
              <a:buClr>
                <a:schemeClr val="dk1"/>
              </a:buClr>
              <a:buSzPts val="2000"/>
              <a:buFont typeface="Arial"/>
              <a:buAutoNum type="alphaLcPeriod"/>
              <a:defRPr sz="2000"/>
            </a:lvl2pPr>
            <a:lvl3pPr indent="-355600" lvl="2" marL="1371600" algn="l">
              <a:lnSpc>
                <a:spcPct val="100000"/>
              </a:lnSpc>
              <a:spcBef>
                <a:spcPts val="1200"/>
              </a:spcBef>
              <a:spcAft>
                <a:spcPts val="0"/>
              </a:spcAft>
              <a:buClr>
                <a:schemeClr val="dk1"/>
              </a:buClr>
              <a:buSzPts val="2000"/>
              <a:buFont typeface="Arial"/>
              <a:buAutoNum type="arabicParenR"/>
              <a:defRPr sz="2000"/>
            </a:lvl3pPr>
            <a:lvl4pPr indent="-355600" lvl="3" marL="1828800" algn="l">
              <a:lnSpc>
                <a:spcPct val="100000"/>
              </a:lnSpc>
              <a:spcBef>
                <a:spcPts val="1200"/>
              </a:spcBef>
              <a:spcAft>
                <a:spcPts val="0"/>
              </a:spcAft>
              <a:buClr>
                <a:schemeClr val="dk1"/>
              </a:buClr>
              <a:buSzPts val="2000"/>
              <a:buFont typeface="Arial"/>
              <a:buAutoNum type="alphaLcParenR"/>
              <a:defRPr sz="2000"/>
            </a:lvl4pPr>
            <a:lvl5pPr indent="-355600" lvl="4" marL="2286000" algn="l">
              <a:lnSpc>
                <a:spcPct val="100000"/>
              </a:lnSpc>
              <a:spcBef>
                <a:spcPts val="1200"/>
              </a:spcBef>
              <a:spcAft>
                <a:spcPts val="0"/>
              </a:spcAft>
              <a:buClr>
                <a:schemeClr val="dk1"/>
              </a:buClr>
              <a:buSzPts val="2000"/>
              <a:buFont typeface="Arial"/>
              <a:buAutoNum type="romanLcPeriod"/>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3"/>
          <p:cNvSpPr txBox="1"/>
          <p:nvPr>
            <p:ph idx="2" type="body"/>
          </p:nvPr>
        </p:nvSpPr>
        <p:spPr>
          <a:xfrm>
            <a:off x="4556760" y="2073275"/>
            <a:ext cx="6192838"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3"/>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sz="1400">
                <a:solidFill>
                  <a:schemeClr val="dk1"/>
                </a:solidFill>
                <a:latin typeface="Arial"/>
                <a:ea typeface="Arial"/>
                <a:cs typeface="Arial"/>
                <a:sym typeface="Arial"/>
              </a:defRPr>
            </a:lvl1pPr>
            <a:lvl2pPr indent="0" lvl="1" marL="0" algn="l">
              <a:spcBef>
                <a:spcPts val="0"/>
              </a:spcBef>
              <a:buNone/>
              <a:defRPr b="1" sz="1400">
                <a:solidFill>
                  <a:schemeClr val="dk1"/>
                </a:solidFill>
                <a:latin typeface="Arial"/>
                <a:ea typeface="Arial"/>
                <a:cs typeface="Arial"/>
                <a:sym typeface="Arial"/>
              </a:defRPr>
            </a:lvl2pPr>
            <a:lvl3pPr indent="0" lvl="2" marL="0" algn="l">
              <a:spcBef>
                <a:spcPts val="0"/>
              </a:spcBef>
              <a:buNone/>
              <a:defRPr b="1" sz="1400">
                <a:solidFill>
                  <a:schemeClr val="dk1"/>
                </a:solidFill>
                <a:latin typeface="Arial"/>
                <a:ea typeface="Arial"/>
                <a:cs typeface="Arial"/>
                <a:sym typeface="Arial"/>
              </a:defRPr>
            </a:lvl3pPr>
            <a:lvl4pPr indent="0" lvl="3" marL="0" algn="l">
              <a:spcBef>
                <a:spcPts val="0"/>
              </a:spcBef>
              <a:buNone/>
              <a:defRPr b="1" sz="1400">
                <a:solidFill>
                  <a:schemeClr val="dk1"/>
                </a:solidFill>
                <a:latin typeface="Arial"/>
                <a:ea typeface="Arial"/>
                <a:cs typeface="Arial"/>
                <a:sym typeface="Arial"/>
              </a:defRPr>
            </a:lvl4pPr>
            <a:lvl5pPr indent="0" lvl="4" marL="0" algn="l">
              <a:spcBef>
                <a:spcPts val="0"/>
              </a:spcBef>
              <a:buNone/>
              <a:defRPr b="1" sz="1400">
                <a:solidFill>
                  <a:schemeClr val="dk1"/>
                </a:solidFill>
                <a:latin typeface="Arial"/>
                <a:ea typeface="Arial"/>
                <a:cs typeface="Arial"/>
                <a:sym typeface="Arial"/>
              </a:defRPr>
            </a:lvl5pPr>
            <a:lvl6pPr indent="0" lvl="5" marL="0" algn="l">
              <a:spcBef>
                <a:spcPts val="0"/>
              </a:spcBef>
              <a:buNone/>
              <a:defRPr b="1" sz="1400">
                <a:solidFill>
                  <a:schemeClr val="dk1"/>
                </a:solidFill>
                <a:latin typeface="Arial"/>
                <a:ea typeface="Arial"/>
                <a:cs typeface="Arial"/>
                <a:sym typeface="Arial"/>
              </a:defRPr>
            </a:lvl6pPr>
            <a:lvl7pPr indent="0" lvl="6" marL="0" algn="l">
              <a:spcBef>
                <a:spcPts val="0"/>
              </a:spcBef>
              <a:buNone/>
              <a:defRPr b="1" sz="1400">
                <a:solidFill>
                  <a:schemeClr val="dk1"/>
                </a:solidFill>
                <a:latin typeface="Arial"/>
                <a:ea typeface="Arial"/>
                <a:cs typeface="Arial"/>
                <a:sym typeface="Arial"/>
              </a:defRPr>
            </a:lvl7pPr>
            <a:lvl8pPr indent="0" lvl="7" marL="0" algn="l">
              <a:spcBef>
                <a:spcPts val="0"/>
              </a:spcBef>
              <a:buNone/>
              <a:defRPr b="1" sz="1400">
                <a:solidFill>
                  <a:schemeClr val="dk1"/>
                </a:solidFill>
                <a:latin typeface="Arial"/>
                <a:ea typeface="Arial"/>
                <a:cs typeface="Arial"/>
                <a:sym typeface="Arial"/>
              </a:defRPr>
            </a:lvl8pPr>
            <a:lvl9pPr indent="0" lvl="8" marL="0" algn="l">
              <a:spcBef>
                <a:spcPts val="0"/>
              </a:spcBef>
              <a:buNone/>
              <a:defRPr b="1" sz="1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83"/>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rgbClr val="FDDDA0"/>
        </a:solidFill>
      </p:bgPr>
    </p:bg>
    <p:spTree>
      <p:nvGrpSpPr>
        <p:cNvPr id="53" name="Shape 53"/>
        <p:cNvGrpSpPr/>
        <p:nvPr/>
      </p:nvGrpSpPr>
      <p:grpSpPr>
        <a:xfrm>
          <a:off x="0" y="0"/>
          <a:ext cx="0" cy="0"/>
          <a:chOff x="0" y="0"/>
          <a:chExt cx="0" cy="0"/>
        </a:xfrm>
      </p:grpSpPr>
      <p:pic>
        <p:nvPicPr>
          <p:cNvPr id="54" name="Google Shape;54;p84"/>
          <p:cNvPicPr preferRelativeResize="0"/>
          <p:nvPr/>
        </p:nvPicPr>
        <p:blipFill rotWithShape="1">
          <a:blip r:embed="rId2">
            <a:alphaModFix/>
          </a:blip>
          <a:srcRect b="11733" l="3432" r="24023" t="-5525"/>
          <a:stretch/>
        </p:blipFill>
        <p:spPr>
          <a:xfrm>
            <a:off x="4478101" y="0"/>
            <a:ext cx="7713899" cy="6858000"/>
          </a:xfrm>
          <a:prstGeom prst="rect">
            <a:avLst/>
          </a:prstGeom>
          <a:noFill/>
          <a:ln>
            <a:noFill/>
          </a:ln>
        </p:spPr>
      </p:pic>
      <p:sp>
        <p:nvSpPr>
          <p:cNvPr id="55" name="Google Shape;55;p84"/>
          <p:cNvSpPr txBox="1"/>
          <p:nvPr>
            <p:ph type="title"/>
          </p:nvPr>
        </p:nvSpPr>
        <p:spPr>
          <a:xfrm>
            <a:off x="911352" y="505016"/>
            <a:ext cx="5775656" cy="328493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4"/>
          <p:cNvSpPr txBox="1"/>
          <p:nvPr>
            <p:ph idx="1" type="body"/>
          </p:nvPr>
        </p:nvSpPr>
        <p:spPr>
          <a:xfrm>
            <a:off x="911353" y="4006024"/>
            <a:ext cx="5794248" cy="234696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0"/>
              </a:spcBef>
              <a:spcAft>
                <a:spcPts val="0"/>
              </a:spcAft>
              <a:buClr>
                <a:schemeClr val="dk1"/>
              </a:buClr>
              <a:buSzPts val="2000"/>
              <a:buFont typeface="Arial"/>
              <a:buNone/>
              <a:defRPr sz="2000"/>
            </a:lvl1pPr>
            <a:lvl2pPr indent="-355600" lvl="1" marL="914400" algn="l">
              <a:lnSpc>
                <a:spcPct val="120000"/>
              </a:lnSpc>
              <a:spcBef>
                <a:spcPts val="1200"/>
              </a:spcBef>
              <a:spcAft>
                <a:spcPts val="0"/>
              </a:spcAft>
              <a:buClr>
                <a:schemeClr val="dk1"/>
              </a:buClr>
              <a:buSzPts val="2000"/>
              <a:buFont typeface="Arial"/>
              <a:buChar char="•"/>
              <a:defRPr sz="2000"/>
            </a:lvl2pPr>
            <a:lvl3pPr indent="-355600" lvl="2" marL="1371600" algn="l">
              <a:lnSpc>
                <a:spcPct val="120000"/>
              </a:lnSpc>
              <a:spcBef>
                <a:spcPts val="500"/>
              </a:spcBef>
              <a:spcAft>
                <a:spcPts val="0"/>
              </a:spcAft>
              <a:buClr>
                <a:schemeClr val="dk1"/>
              </a:buClr>
              <a:buSzPts val="2000"/>
              <a:buFont typeface="Arial"/>
              <a:buChar char="•"/>
              <a:defRPr sz="2000"/>
            </a:lvl3pPr>
            <a:lvl4pPr indent="-355600" lvl="3" marL="1828800" algn="l">
              <a:lnSpc>
                <a:spcPct val="120000"/>
              </a:lnSpc>
              <a:spcBef>
                <a:spcPts val="500"/>
              </a:spcBef>
              <a:spcAft>
                <a:spcPts val="0"/>
              </a:spcAft>
              <a:buClr>
                <a:schemeClr val="dk1"/>
              </a:buClr>
              <a:buSzPts val="2000"/>
              <a:buFont typeface="Arial"/>
              <a:buChar char="•"/>
              <a:defRPr sz="2000"/>
            </a:lvl4pPr>
            <a:lvl5pPr indent="-355600" lvl="4" marL="2286000" algn="l">
              <a:lnSpc>
                <a:spcPct val="120000"/>
              </a:lnSpc>
              <a:spcBef>
                <a:spcPts val="500"/>
              </a:spcBef>
              <a:spcAft>
                <a:spcPts val="0"/>
              </a:spcAft>
              <a:buClr>
                <a:schemeClr val="dk1"/>
              </a:buClr>
              <a:buSzPts val="2000"/>
              <a:buFont typeface="Arial"/>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Image">
  <p:cSld name="Title Content and Image">
    <p:bg>
      <p:bgPr>
        <a:solidFill>
          <a:schemeClr val="lt1"/>
        </a:solidFill>
      </p:bgPr>
    </p:bg>
    <p:spTree>
      <p:nvGrpSpPr>
        <p:cNvPr id="57" name="Shape 57"/>
        <p:cNvGrpSpPr/>
        <p:nvPr/>
      </p:nvGrpSpPr>
      <p:grpSpPr>
        <a:xfrm>
          <a:off x="0" y="0"/>
          <a:ext cx="0" cy="0"/>
          <a:chOff x="0" y="0"/>
          <a:chExt cx="0" cy="0"/>
        </a:xfrm>
      </p:grpSpPr>
      <p:sp>
        <p:nvSpPr>
          <p:cNvPr id="58" name="Google Shape;58;p85"/>
          <p:cNvSpPr/>
          <p:nvPr/>
        </p:nvSpPr>
        <p:spPr>
          <a:xfrm>
            <a:off x="0" y="6593303"/>
            <a:ext cx="2182090" cy="27432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id="59" name="Google Shape;59;p85"/>
          <p:cNvPicPr preferRelativeResize="0"/>
          <p:nvPr/>
        </p:nvPicPr>
        <p:blipFill rotWithShape="1">
          <a:blip r:embed="rId2">
            <a:alphaModFix/>
          </a:blip>
          <a:srcRect b="20417" l="21367" r="19367" t="32063"/>
          <a:stretch/>
        </p:blipFill>
        <p:spPr>
          <a:xfrm>
            <a:off x="4977245" y="0"/>
            <a:ext cx="7214755" cy="1439070"/>
          </a:xfrm>
          <a:prstGeom prst="rect">
            <a:avLst/>
          </a:prstGeom>
          <a:noFill/>
          <a:ln>
            <a:noFill/>
          </a:ln>
        </p:spPr>
      </p:pic>
      <p:sp>
        <p:nvSpPr>
          <p:cNvPr id="60" name="Google Shape;60;p85"/>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5"/>
          <p:cNvSpPr txBox="1"/>
          <p:nvPr>
            <p:ph idx="1" type="body"/>
          </p:nvPr>
        </p:nvSpPr>
        <p:spPr>
          <a:xfrm>
            <a:off x="899160" y="2087880"/>
            <a:ext cx="10210800" cy="195469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85"/>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sz="1400">
                <a:solidFill>
                  <a:schemeClr val="dk1"/>
                </a:solidFill>
                <a:latin typeface="Arial"/>
                <a:ea typeface="Arial"/>
                <a:cs typeface="Arial"/>
                <a:sym typeface="Arial"/>
              </a:defRPr>
            </a:lvl1pPr>
            <a:lvl2pPr indent="0" lvl="1" marL="0" algn="l">
              <a:spcBef>
                <a:spcPts val="0"/>
              </a:spcBef>
              <a:buNone/>
              <a:defRPr b="1" sz="1400">
                <a:solidFill>
                  <a:schemeClr val="dk1"/>
                </a:solidFill>
                <a:latin typeface="Arial"/>
                <a:ea typeface="Arial"/>
                <a:cs typeface="Arial"/>
                <a:sym typeface="Arial"/>
              </a:defRPr>
            </a:lvl2pPr>
            <a:lvl3pPr indent="0" lvl="2" marL="0" algn="l">
              <a:spcBef>
                <a:spcPts val="0"/>
              </a:spcBef>
              <a:buNone/>
              <a:defRPr b="1" sz="1400">
                <a:solidFill>
                  <a:schemeClr val="dk1"/>
                </a:solidFill>
                <a:latin typeface="Arial"/>
                <a:ea typeface="Arial"/>
                <a:cs typeface="Arial"/>
                <a:sym typeface="Arial"/>
              </a:defRPr>
            </a:lvl3pPr>
            <a:lvl4pPr indent="0" lvl="3" marL="0" algn="l">
              <a:spcBef>
                <a:spcPts val="0"/>
              </a:spcBef>
              <a:buNone/>
              <a:defRPr b="1" sz="1400">
                <a:solidFill>
                  <a:schemeClr val="dk1"/>
                </a:solidFill>
                <a:latin typeface="Arial"/>
                <a:ea typeface="Arial"/>
                <a:cs typeface="Arial"/>
                <a:sym typeface="Arial"/>
              </a:defRPr>
            </a:lvl4pPr>
            <a:lvl5pPr indent="0" lvl="4" marL="0" algn="l">
              <a:spcBef>
                <a:spcPts val="0"/>
              </a:spcBef>
              <a:buNone/>
              <a:defRPr b="1" sz="1400">
                <a:solidFill>
                  <a:schemeClr val="dk1"/>
                </a:solidFill>
                <a:latin typeface="Arial"/>
                <a:ea typeface="Arial"/>
                <a:cs typeface="Arial"/>
                <a:sym typeface="Arial"/>
              </a:defRPr>
            </a:lvl5pPr>
            <a:lvl6pPr indent="0" lvl="5" marL="0" algn="l">
              <a:spcBef>
                <a:spcPts val="0"/>
              </a:spcBef>
              <a:buNone/>
              <a:defRPr b="1" sz="1400">
                <a:solidFill>
                  <a:schemeClr val="dk1"/>
                </a:solidFill>
                <a:latin typeface="Arial"/>
                <a:ea typeface="Arial"/>
                <a:cs typeface="Arial"/>
                <a:sym typeface="Arial"/>
              </a:defRPr>
            </a:lvl6pPr>
            <a:lvl7pPr indent="0" lvl="6" marL="0" algn="l">
              <a:spcBef>
                <a:spcPts val="0"/>
              </a:spcBef>
              <a:buNone/>
              <a:defRPr b="1" sz="1400">
                <a:solidFill>
                  <a:schemeClr val="dk1"/>
                </a:solidFill>
                <a:latin typeface="Arial"/>
                <a:ea typeface="Arial"/>
                <a:cs typeface="Arial"/>
                <a:sym typeface="Arial"/>
              </a:defRPr>
            </a:lvl7pPr>
            <a:lvl8pPr indent="0" lvl="7" marL="0" algn="l">
              <a:spcBef>
                <a:spcPts val="0"/>
              </a:spcBef>
              <a:buNone/>
              <a:defRPr b="1" sz="1400">
                <a:solidFill>
                  <a:schemeClr val="dk1"/>
                </a:solidFill>
                <a:latin typeface="Arial"/>
                <a:ea typeface="Arial"/>
                <a:cs typeface="Arial"/>
                <a:sym typeface="Arial"/>
              </a:defRPr>
            </a:lvl8pPr>
            <a:lvl9pPr indent="0" lvl="8" marL="0" algn="l">
              <a:spcBef>
                <a:spcPts val="0"/>
              </a:spcBef>
              <a:buNone/>
              <a:defRPr b="1" sz="1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63" name="Google Shape;63;p85"/>
          <p:cNvSpPr/>
          <p:nvPr>
            <p:ph idx="2" type="pic"/>
          </p:nvPr>
        </p:nvSpPr>
        <p:spPr>
          <a:xfrm>
            <a:off x="2179320" y="4094802"/>
            <a:ext cx="10027919" cy="246888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1">
  <p:cSld name="Summary 1">
    <p:spTree>
      <p:nvGrpSpPr>
        <p:cNvPr id="64" name="Shape 64"/>
        <p:cNvGrpSpPr/>
        <p:nvPr/>
      </p:nvGrpSpPr>
      <p:grpSpPr>
        <a:xfrm>
          <a:off x="0" y="0"/>
          <a:ext cx="0" cy="0"/>
          <a:chOff x="0" y="0"/>
          <a:chExt cx="0" cy="0"/>
        </a:xfrm>
      </p:grpSpPr>
      <p:pic>
        <p:nvPicPr>
          <p:cNvPr id="65" name="Google Shape;65;p86"/>
          <p:cNvPicPr preferRelativeResize="0"/>
          <p:nvPr/>
        </p:nvPicPr>
        <p:blipFill rotWithShape="1">
          <a:blip r:embed="rId2">
            <a:alphaModFix/>
          </a:blip>
          <a:srcRect b="30269" l="19256" r="58719" t="-150"/>
          <a:stretch/>
        </p:blipFill>
        <p:spPr>
          <a:xfrm>
            <a:off x="8972551" y="5081287"/>
            <a:ext cx="3219450" cy="1776714"/>
          </a:xfrm>
          <a:prstGeom prst="rect">
            <a:avLst/>
          </a:prstGeom>
          <a:noFill/>
          <a:ln>
            <a:noFill/>
          </a:ln>
        </p:spPr>
      </p:pic>
      <p:sp>
        <p:nvSpPr>
          <p:cNvPr id="66" name="Google Shape;66;p86"/>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6"/>
          <p:cNvSpPr txBox="1"/>
          <p:nvPr>
            <p:ph idx="1" type="body"/>
          </p:nvPr>
        </p:nvSpPr>
        <p:spPr>
          <a:xfrm>
            <a:off x="911352" y="2058669"/>
            <a:ext cx="6192838" cy="3687763"/>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Char char="•"/>
              <a:defRPr sz="2000"/>
            </a:lvl1pPr>
            <a:lvl2pPr indent="-355600" lvl="1" marL="914400" algn="l">
              <a:lnSpc>
                <a:spcPct val="100000"/>
              </a:lnSpc>
              <a:spcBef>
                <a:spcPts val="600"/>
              </a:spcBef>
              <a:spcAft>
                <a:spcPts val="0"/>
              </a:spcAft>
              <a:buClr>
                <a:schemeClr val="dk1"/>
              </a:buClr>
              <a:buSzPts val="2000"/>
              <a:buChar char="•"/>
              <a:defRPr sz="2000"/>
            </a:lvl2pPr>
            <a:lvl3pPr indent="-355600" lvl="2" marL="1371600" algn="l">
              <a:lnSpc>
                <a:spcPct val="100000"/>
              </a:lnSpc>
              <a:spcBef>
                <a:spcPts val="600"/>
              </a:spcBef>
              <a:spcAft>
                <a:spcPts val="0"/>
              </a:spcAft>
              <a:buClr>
                <a:schemeClr val="dk1"/>
              </a:buClr>
              <a:buSzPts val="2000"/>
              <a:buChar char="•"/>
              <a:defRPr sz="20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86"/>
          <p:cNvSpPr txBox="1"/>
          <p:nvPr>
            <p:ph idx="2" type="body"/>
          </p:nvPr>
        </p:nvSpPr>
        <p:spPr>
          <a:xfrm>
            <a:off x="8295483" y="2058670"/>
            <a:ext cx="3002755"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000"/>
              <a:buFont typeface="Arial"/>
              <a:buNone/>
              <a:defRPr sz="2000"/>
            </a:lvl1pPr>
            <a:lvl2pPr indent="-228600" lvl="1" marL="914400" algn="l">
              <a:lnSpc>
                <a:spcPct val="100000"/>
              </a:lnSpc>
              <a:spcBef>
                <a:spcPts val="1000"/>
              </a:spcBef>
              <a:spcAft>
                <a:spcPts val="0"/>
              </a:spcAft>
              <a:buClr>
                <a:schemeClr val="dk1"/>
              </a:buClr>
              <a:buSzPts val="2000"/>
              <a:buFont typeface="Arial"/>
              <a:buNone/>
              <a:defRPr sz="2000"/>
            </a:lvl2pPr>
            <a:lvl3pPr indent="-228600" lvl="2" marL="1371600" algn="l">
              <a:lnSpc>
                <a:spcPct val="100000"/>
              </a:lnSpc>
              <a:spcBef>
                <a:spcPts val="1000"/>
              </a:spcBef>
              <a:spcAft>
                <a:spcPts val="0"/>
              </a:spcAft>
              <a:buClr>
                <a:schemeClr val="dk1"/>
              </a:buClr>
              <a:buSzPts val="2000"/>
              <a:buFont typeface="Arial"/>
              <a:buNone/>
              <a:defRPr sz="2000"/>
            </a:lvl3pPr>
            <a:lvl4pPr indent="-228600" lvl="3" marL="1828800" algn="l">
              <a:lnSpc>
                <a:spcPct val="100000"/>
              </a:lnSpc>
              <a:spcBef>
                <a:spcPts val="1000"/>
              </a:spcBef>
              <a:spcAft>
                <a:spcPts val="0"/>
              </a:spcAft>
              <a:buClr>
                <a:schemeClr val="dk1"/>
              </a:buClr>
              <a:buSzPts val="2000"/>
              <a:buFont typeface="Arial"/>
              <a:buNone/>
              <a:defRPr sz="2000"/>
            </a:lvl4pPr>
            <a:lvl5pPr indent="-228600" lvl="4" marL="2286000" algn="l">
              <a:lnSpc>
                <a:spcPct val="100000"/>
              </a:lnSpc>
              <a:spcBef>
                <a:spcPts val="1000"/>
              </a:spcBef>
              <a:spcAft>
                <a:spcPts val="0"/>
              </a:spcAft>
              <a:buClr>
                <a:schemeClr val="dk1"/>
              </a:buClr>
              <a:buSzPts val="2000"/>
              <a:buFont typeface="Arial"/>
              <a:buNone/>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1" sz="1400">
                <a:solidFill>
                  <a:schemeClr val="dk1"/>
                </a:solidFill>
                <a:latin typeface="Arial"/>
                <a:ea typeface="Arial"/>
                <a:cs typeface="Arial"/>
                <a:sym typeface="Arial"/>
              </a:defRPr>
            </a:lvl1pPr>
            <a:lvl2pPr indent="0" lvl="1" marL="0" algn="l">
              <a:spcBef>
                <a:spcPts val="0"/>
              </a:spcBef>
              <a:buNone/>
              <a:defRPr b="1" sz="1400">
                <a:solidFill>
                  <a:schemeClr val="dk1"/>
                </a:solidFill>
                <a:latin typeface="Arial"/>
                <a:ea typeface="Arial"/>
                <a:cs typeface="Arial"/>
                <a:sym typeface="Arial"/>
              </a:defRPr>
            </a:lvl2pPr>
            <a:lvl3pPr indent="0" lvl="2" marL="0" algn="l">
              <a:spcBef>
                <a:spcPts val="0"/>
              </a:spcBef>
              <a:buNone/>
              <a:defRPr b="1" sz="1400">
                <a:solidFill>
                  <a:schemeClr val="dk1"/>
                </a:solidFill>
                <a:latin typeface="Arial"/>
                <a:ea typeface="Arial"/>
                <a:cs typeface="Arial"/>
                <a:sym typeface="Arial"/>
              </a:defRPr>
            </a:lvl3pPr>
            <a:lvl4pPr indent="0" lvl="3" marL="0" algn="l">
              <a:spcBef>
                <a:spcPts val="0"/>
              </a:spcBef>
              <a:buNone/>
              <a:defRPr b="1" sz="1400">
                <a:solidFill>
                  <a:schemeClr val="dk1"/>
                </a:solidFill>
                <a:latin typeface="Arial"/>
                <a:ea typeface="Arial"/>
                <a:cs typeface="Arial"/>
                <a:sym typeface="Arial"/>
              </a:defRPr>
            </a:lvl4pPr>
            <a:lvl5pPr indent="0" lvl="4" marL="0" algn="l">
              <a:spcBef>
                <a:spcPts val="0"/>
              </a:spcBef>
              <a:buNone/>
              <a:defRPr b="1" sz="1400">
                <a:solidFill>
                  <a:schemeClr val="dk1"/>
                </a:solidFill>
                <a:latin typeface="Arial"/>
                <a:ea typeface="Arial"/>
                <a:cs typeface="Arial"/>
                <a:sym typeface="Arial"/>
              </a:defRPr>
            </a:lvl5pPr>
            <a:lvl6pPr indent="0" lvl="5" marL="0" algn="l">
              <a:spcBef>
                <a:spcPts val="0"/>
              </a:spcBef>
              <a:buNone/>
              <a:defRPr b="1" sz="1400">
                <a:solidFill>
                  <a:schemeClr val="dk1"/>
                </a:solidFill>
                <a:latin typeface="Arial"/>
                <a:ea typeface="Arial"/>
                <a:cs typeface="Arial"/>
                <a:sym typeface="Arial"/>
              </a:defRPr>
            </a:lvl6pPr>
            <a:lvl7pPr indent="0" lvl="6" marL="0" algn="l">
              <a:spcBef>
                <a:spcPts val="0"/>
              </a:spcBef>
              <a:buNone/>
              <a:defRPr b="1" sz="1400">
                <a:solidFill>
                  <a:schemeClr val="dk1"/>
                </a:solidFill>
                <a:latin typeface="Arial"/>
                <a:ea typeface="Arial"/>
                <a:cs typeface="Arial"/>
                <a:sym typeface="Arial"/>
              </a:defRPr>
            </a:lvl7pPr>
            <a:lvl8pPr indent="0" lvl="7" marL="0" algn="l">
              <a:spcBef>
                <a:spcPts val="0"/>
              </a:spcBef>
              <a:buNone/>
              <a:defRPr b="1" sz="1400">
                <a:solidFill>
                  <a:schemeClr val="dk1"/>
                </a:solidFill>
                <a:latin typeface="Arial"/>
                <a:ea typeface="Arial"/>
                <a:cs typeface="Arial"/>
                <a:sym typeface="Arial"/>
              </a:defRPr>
            </a:lvl8pPr>
            <a:lvl9pPr indent="0" lvl="8" marL="0" algn="l">
              <a:spcBef>
                <a:spcPts val="0"/>
              </a:spcBef>
              <a:buNone/>
              <a:defRPr b="1" sz="1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70" name="Google Shape;70;p86"/>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87"/>
          <p:cNvSpPr/>
          <p:nvPr/>
        </p:nvSpPr>
        <p:spPr>
          <a:xfrm>
            <a:off x="0" y="0"/>
            <a:ext cx="121920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grpSp>
        <p:nvGrpSpPr>
          <p:cNvPr id="73" name="Google Shape;73;p87"/>
          <p:cNvGrpSpPr/>
          <p:nvPr/>
        </p:nvGrpSpPr>
        <p:grpSpPr>
          <a:xfrm>
            <a:off x="1107190" y="1588342"/>
            <a:ext cx="994351" cy="61101"/>
            <a:chOff x="4580561" y="2589004"/>
            <a:chExt cx="1064464" cy="25200"/>
          </a:xfrm>
        </p:grpSpPr>
        <p:sp>
          <p:nvSpPr>
            <p:cNvPr id="74" name="Google Shape;74;p8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75" name="Google Shape;75;p8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grpSp>
      <p:sp>
        <p:nvSpPr>
          <p:cNvPr id="76" name="Google Shape;76;p87"/>
          <p:cNvSpPr txBox="1"/>
          <p:nvPr>
            <p:ph type="title"/>
          </p:nvPr>
        </p:nvSpPr>
        <p:spPr>
          <a:xfrm>
            <a:off x="972600" y="762567"/>
            <a:ext cx="10251600" cy="71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Font typeface="Arial"/>
              <a:buNone/>
              <a:defRPr sz="3466">
                <a:solidFill>
                  <a:schemeClr val="dk2"/>
                </a:solidFill>
              </a:defRPr>
            </a:lvl1pPr>
            <a:lvl2pPr lvl="1" algn="l">
              <a:lnSpc>
                <a:spcPct val="100000"/>
              </a:lnSpc>
              <a:spcBef>
                <a:spcPts val="0"/>
              </a:spcBef>
              <a:spcAft>
                <a:spcPts val="0"/>
              </a:spcAft>
              <a:buClr>
                <a:schemeClr val="dk2"/>
              </a:buClr>
              <a:buSzPts val="2600"/>
              <a:buNone/>
              <a:defRPr sz="3466">
                <a:solidFill>
                  <a:schemeClr val="dk2"/>
                </a:solidFill>
              </a:defRPr>
            </a:lvl2pPr>
            <a:lvl3pPr lvl="2" algn="l">
              <a:lnSpc>
                <a:spcPct val="100000"/>
              </a:lnSpc>
              <a:spcBef>
                <a:spcPts val="0"/>
              </a:spcBef>
              <a:spcAft>
                <a:spcPts val="0"/>
              </a:spcAft>
              <a:buClr>
                <a:schemeClr val="dk2"/>
              </a:buClr>
              <a:buSzPts val="2600"/>
              <a:buNone/>
              <a:defRPr sz="3466">
                <a:solidFill>
                  <a:schemeClr val="dk2"/>
                </a:solidFill>
              </a:defRPr>
            </a:lvl3pPr>
            <a:lvl4pPr lvl="3" algn="l">
              <a:lnSpc>
                <a:spcPct val="100000"/>
              </a:lnSpc>
              <a:spcBef>
                <a:spcPts val="0"/>
              </a:spcBef>
              <a:spcAft>
                <a:spcPts val="0"/>
              </a:spcAft>
              <a:buClr>
                <a:schemeClr val="dk2"/>
              </a:buClr>
              <a:buSzPts val="2600"/>
              <a:buNone/>
              <a:defRPr sz="3466">
                <a:solidFill>
                  <a:schemeClr val="dk2"/>
                </a:solidFill>
              </a:defRPr>
            </a:lvl4pPr>
            <a:lvl5pPr lvl="4" algn="l">
              <a:lnSpc>
                <a:spcPct val="100000"/>
              </a:lnSpc>
              <a:spcBef>
                <a:spcPts val="0"/>
              </a:spcBef>
              <a:spcAft>
                <a:spcPts val="0"/>
              </a:spcAft>
              <a:buClr>
                <a:schemeClr val="dk2"/>
              </a:buClr>
              <a:buSzPts val="2600"/>
              <a:buNone/>
              <a:defRPr sz="3466">
                <a:solidFill>
                  <a:schemeClr val="dk2"/>
                </a:solidFill>
              </a:defRPr>
            </a:lvl5pPr>
            <a:lvl6pPr lvl="5" algn="l">
              <a:lnSpc>
                <a:spcPct val="100000"/>
              </a:lnSpc>
              <a:spcBef>
                <a:spcPts val="0"/>
              </a:spcBef>
              <a:spcAft>
                <a:spcPts val="0"/>
              </a:spcAft>
              <a:buClr>
                <a:schemeClr val="dk2"/>
              </a:buClr>
              <a:buSzPts val="2600"/>
              <a:buNone/>
              <a:defRPr sz="3466">
                <a:solidFill>
                  <a:schemeClr val="dk2"/>
                </a:solidFill>
              </a:defRPr>
            </a:lvl6pPr>
            <a:lvl7pPr lvl="6" algn="l">
              <a:lnSpc>
                <a:spcPct val="100000"/>
              </a:lnSpc>
              <a:spcBef>
                <a:spcPts val="0"/>
              </a:spcBef>
              <a:spcAft>
                <a:spcPts val="0"/>
              </a:spcAft>
              <a:buClr>
                <a:schemeClr val="dk2"/>
              </a:buClr>
              <a:buSzPts val="2600"/>
              <a:buNone/>
              <a:defRPr sz="3466">
                <a:solidFill>
                  <a:schemeClr val="dk2"/>
                </a:solidFill>
              </a:defRPr>
            </a:lvl7pPr>
            <a:lvl8pPr lvl="7" algn="l">
              <a:lnSpc>
                <a:spcPct val="100000"/>
              </a:lnSpc>
              <a:spcBef>
                <a:spcPts val="0"/>
              </a:spcBef>
              <a:spcAft>
                <a:spcPts val="0"/>
              </a:spcAft>
              <a:buClr>
                <a:schemeClr val="dk2"/>
              </a:buClr>
              <a:buSzPts val="2600"/>
              <a:buNone/>
              <a:defRPr sz="3466">
                <a:solidFill>
                  <a:schemeClr val="dk2"/>
                </a:solidFill>
              </a:defRPr>
            </a:lvl8pPr>
            <a:lvl9pPr lvl="8" algn="l">
              <a:lnSpc>
                <a:spcPct val="100000"/>
              </a:lnSpc>
              <a:spcBef>
                <a:spcPts val="0"/>
              </a:spcBef>
              <a:spcAft>
                <a:spcPts val="0"/>
              </a:spcAft>
              <a:buClr>
                <a:schemeClr val="dk2"/>
              </a:buClr>
              <a:buSzPts val="2600"/>
              <a:buNone/>
              <a:defRPr sz="3466">
                <a:solidFill>
                  <a:schemeClr val="dk2"/>
                </a:solidFill>
              </a:defRPr>
            </a:lvl9pPr>
          </a:lstStyle>
          <a:p/>
        </p:txBody>
      </p:sp>
      <p:sp>
        <p:nvSpPr>
          <p:cNvPr id="77" name="Google Shape;77;p87"/>
          <p:cNvSpPr txBox="1"/>
          <p:nvPr>
            <p:ph idx="1" type="body"/>
          </p:nvPr>
        </p:nvSpPr>
        <p:spPr>
          <a:xfrm>
            <a:off x="972600" y="1978267"/>
            <a:ext cx="10251600" cy="3808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chemeClr val="dk1"/>
              </a:buClr>
              <a:buSzPts val="1300"/>
              <a:buChar char="●"/>
              <a:defRPr/>
            </a:lvl1pPr>
            <a:lvl2pPr indent="-298450" lvl="1" marL="914400" algn="l">
              <a:lnSpc>
                <a:spcPct val="115000"/>
              </a:lnSpc>
              <a:spcBef>
                <a:spcPts val="2133"/>
              </a:spcBef>
              <a:spcAft>
                <a:spcPts val="0"/>
              </a:spcAft>
              <a:buClr>
                <a:schemeClr val="dk1"/>
              </a:buClr>
              <a:buSzPts val="1100"/>
              <a:buChar char="○"/>
              <a:defRPr/>
            </a:lvl2pPr>
            <a:lvl3pPr indent="-298450" lvl="2" marL="1371600" algn="l">
              <a:lnSpc>
                <a:spcPct val="115000"/>
              </a:lnSpc>
              <a:spcBef>
                <a:spcPts val="2133"/>
              </a:spcBef>
              <a:spcAft>
                <a:spcPts val="0"/>
              </a:spcAft>
              <a:buClr>
                <a:schemeClr val="dk1"/>
              </a:buClr>
              <a:buSzPts val="1100"/>
              <a:buChar char="■"/>
              <a:defRPr/>
            </a:lvl3pPr>
            <a:lvl4pPr indent="-298450" lvl="3" marL="1828800" algn="l">
              <a:lnSpc>
                <a:spcPct val="115000"/>
              </a:lnSpc>
              <a:spcBef>
                <a:spcPts val="2133"/>
              </a:spcBef>
              <a:spcAft>
                <a:spcPts val="0"/>
              </a:spcAft>
              <a:buClr>
                <a:schemeClr val="dk1"/>
              </a:buClr>
              <a:buSzPts val="1100"/>
              <a:buChar char="●"/>
              <a:defRPr/>
            </a:lvl4pPr>
            <a:lvl5pPr indent="-298450" lvl="4" marL="2286000" algn="l">
              <a:lnSpc>
                <a:spcPct val="115000"/>
              </a:lnSpc>
              <a:spcBef>
                <a:spcPts val="2133"/>
              </a:spcBef>
              <a:spcAft>
                <a:spcPts val="0"/>
              </a:spcAft>
              <a:buClr>
                <a:schemeClr val="dk1"/>
              </a:buClr>
              <a:buSzPts val="1100"/>
              <a:buChar char="○"/>
              <a:defRPr/>
            </a:lvl5pPr>
            <a:lvl6pPr indent="-298450" lvl="5" marL="2743200" algn="l">
              <a:lnSpc>
                <a:spcPct val="115000"/>
              </a:lnSpc>
              <a:spcBef>
                <a:spcPts val="2133"/>
              </a:spcBef>
              <a:spcAft>
                <a:spcPts val="0"/>
              </a:spcAft>
              <a:buClr>
                <a:schemeClr val="dk1"/>
              </a:buClr>
              <a:buSzPts val="1100"/>
              <a:buChar char="■"/>
              <a:defRPr/>
            </a:lvl6pPr>
            <a:lvl7pPr indent="-298450" lvl="6" marL="3200400" algn="l">
              <a:lnSpc>
                <a:spcPct val="115000"/>
              </a:lnSpc>
              <a:spcBef>
                <a:spcPts val="2133"/>
              </a:spcBef>
              <a:spcAft>
                <a:spcPts val="0"/>
              </a:spcAft>
              <a:buClr>
                <a:schemeClr val="dk1"/>
              </a:buClr>
              <a:buSzPts val="1100"/>
              <a:buChar char="●"/>
              <a:defRPr/>
            </a:lvl7pPr>
            <a:lvl8pPr indent="-298450" lvl="7" marL="3657600" algn="l">
              <a:lnSpc>
                <a:spcPct val="115000"/>
              </a:lnSpc>
              <a:spcBef>
                <a:spcPts val="2133"/>
              </a:spcBef>
              <a:spcAft>
                <a:spcPts val="0"/>
              </a:spcAft>
              <a:buClr>
                <a:schemeClr val="dk1"/>
              </a:buClr>
              <a:buSzPts val="1100"/>
              <a:buChar char="○"/>
              <a:defRPr/>
            </a:lvl8pPr>
            <a:lvl9pPr indent="-298450" lvl="8" marL="4114800" algn="l">
              <a:lnSpc>
                <a:spcPct val="115000"/>
              </a:lnSpc>
              <a:spcBef>
                <a:spcPts val="2133"/>
              </a:spcBef>
              <a:spcAft>
                <a:spcPts val="2133"/>
              </a:spcAft>
              <a:buClr>
                <a:schemeClr val="dk1"/>
              </a:buClr>
              <a:buSzPts val="1100"/>
              <a:buChar char="■"/>
              <a:defRPr/>
            </a:lvl9pPr>
          </a:lstStyle>
          <a:p/>
        </p:txBody>
      </p:sp>
      <p:sp>
        <p:nvSpPr>
          <p:cNvPr id="78" name="Google Shape;78;p87"/>
          <p:cNvSpPr txBox="1"/>
          <p:nvPr>
            <p:ph idx="12" type="sldNum"/>
          </p:nvPr>
        </p:nvSpPr>
        <p:spPr>
          <a:xfrm>
            <a:off x="11381736" y="6333135"/>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2">
  <p:cSld name="Section Title 2">
    <p:bg>
      <p:bgPr>
        <a:solidFill>
          <a:srgbClr val="FCE9E7"/>
        </a:solidFill>
      </p:bgPr>
    </p:bg>
    <p:spTree>
      <p:nvGrpSpPr>
        <p:cNvPr id="79" name="Shape 79"/>
        <p:cNvGrpSpPr/>
        <p:nvPr/>
      </p:nvGrpSpPr>
      <p:grpSpPr>
        <a:xfrm>
          <a:off x="0" y="0"/>
          <a:ext cx="0" cy="0"/>
          <a:chOff x="0" y="0"/>
          <a:chExt cx="0" cy="0"/>
        </a:xfrm>
      </p:grpSpPr>
      <p:sp>
        <p:nvSpPr>
          <p:cNvPr id="80" name="Google Shape;80;p88"/>
          <p:cNvSpPr txBox="1"/>
          <p:nvPr>
            <p:ph type="title"/>
          </p:nvPr>
        </p:nvSpPr>
        <p:spPr>
          <a:xfrm>
            <a:off x="6096000" y="176784"/>
            <a:ext cx="5864352" cy="36210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88"/>
          <p:cNvSpPr/>
          <p:nvPr>
            <p:ph idx="2" type="pic"/>
          </p:nvPr>
        </p:nvSpPr>
        <p:spPr>
          <a:xfrm>
            <a:off x="-15240" y="-15240"/>
            <a:ext cx="4581525" cy="6602413"/>
          </a:xfrm>
          <a:prstGeom prst="rect">
            <a:avLst/>
          </a:prstGeom>
          <a:noFill/>
          <a:ln>
            <a:noFill/>
          </a:ln>
        </p:spPr>
      </p:sp>
      <p:sp>
        <p:nvSpPr>
          <p:cNvPr id="82" name="Google Shape;82;p88"/>
          <p:cNvSpPr txBox="1"/>
          <p:nvPr>
            <p:ph idx="1" type="body"/>
          </p:nvPr>
        </p:nvSpPr>
        <p:spPr>
          <a:xfrm>
            <a:off x="6096000" y="4084320"/>
            <a:ext cx="5864225" cy="23628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2400"/>
              <a:buNone/>
              <a:defRPr sz="2400"/>
            </a:lvl2pPr>
            <a:lvl3pPr indent="-228600" lvl="2" marL="1371600" algn="l">
              <a:lnSpc>
                <a:spcPct val="90000"/>
              </a:lnSpc>
              <a:spcBef>
                <a:spcPts val="500"/>
              </a:spcBef>
              <a:spcAft>
                <a:spcPts val="0"/>
              </a:spcAft>
              <a:buClr>
                <a:schemeClr val="dk1"/>
              </a:buClr>
              <a:buSzPts val="2000"/>
              <a:buNone/>
              <a:defRPr sz="2000"/>
            </a:lvl3pPr>
            <a:lvl4pPr indent="-228600" lvl="3" marL="1828800" algn="l">
              <a:lnSpc>
                <a:spcPct val="90000"/>
              </a:lnSpc>
              <a:spcBef>
                <a:spcPts val="500"/>
              </a:spcBef>
              <a:spcAft>
                <a:spcPts val="0"/>
              </a:spcAft>
              <a:buClr>
                <a:schemeClr val="dk1"/>
              </a:buClr>
              <a:buSzPts val="1800"/>
              <a:buNone/>
              <a:defRPr sz="1800"/>
            </a:lvl4pPr>
            <a:lvl5pPr indent="-228600" lvl="4" marL="2286000" algn="l">
              <a:lnSpc>
                <a:spcPct val="9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88"/>
          <p:cNvSpPr/>
          <p:nvPr/>
        </p:nvSpPr>
        <p:spPr>
          <a:xfrm>
            <a:off x="4572000" y="6583680"/>
            <a:ext cx="7620000" cy="27432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4" name="Shape 84"/>
        <p:cNvGrpSpPr/>
        <p:nvPr/>
      </p:nvGrpSpPr>
      <p:grpSpPr>
        <a:xfrm>
          <a:off x="0" y="0"/>
          <a:ext cx="0" cy="0"/>
          <a:chOff x="0" y="0"/>
          <a:chExt cx="0" cy="0"/>
        </a:xfrm>
      </p:grpSpPr>
      <p:sp>
        <p:nvSpPr>
          <p:cNvPr id="85" name="Google Shape;85;p89"/>
          <p:cNvSpPr txBox="1"/>
          <p:nvPr>
            <p:ph type="title"/>
          </p:nvPr>
        </p:nvSpPr>
        <p:spPr>
          <a:xfrm>
            <a:off x="831850" y="4672584"/>
            <a:ext cx="10515600" cy="12994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86" name="Google Shape;86;p89"/>
          <p:cNvGrpSpPr/>
          <p:nvPr/>
        </p:nvGrpSpPr>
        <p:grpSpPr>
          <a:xfrm>
            <a:off x="5716" y="-50037"/>
            <a:ext cx="12186031" cy="3025624"/>
            <a:chOff x="5716" y="-50037"/>
            <a:chExt cx="12186031" cy="3025624"/>
          </a:xfrm>
        </p:grpSpPr>
        <p:sp>
          <p:nvSpPr>
            <p:cNvPr id="87" name="Google Shape;87;p89"/>
            <p:cNvSpPr/>
            <p:nvPr/>
          </p:nvSpPr>
          <p:spPr>
            <a:xfrm>
              <a:off x="9865435" y="2327548"/>
              <a:ext cx="952261" cy="268535"/>
            </a:xfrm>
            <a:custGeom>
              <a:rect b="b" l="l" r="r" t="t"/>
              <a:pathLst>
                <a:path extrusionOk="0" h="268535" w="952261">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88" name="Google Shape;88;p89"/>
            <p:cNvSpPr/>
            <p:nvPr/>
          </p:nvSpPr>
          <p:spPr>
            <a:xfrm>
              <a:off x="8614163" y="1807872"/>
              <a:ext cx="51549" cy="49897"/>
            </a:xfrm>
            <a:custGeom>
              <a:rect b="b" l="l" r="r" t="t"/>
              <a:pathLst>
                <a:path extrusionOk="0" h="49897" w="51549">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89" name="Google Shape;89;p89"/>
            <p:cNvSpPr/>
            <p:nvPr/>
          </p:nvSpPr>
          <p:spPr>
            <a:xfrm>
              <a:off x="6092192" y="292266"/>
              <a:ext cx="3458361" cy="1058651"/>
            </a:xfrm>
            <a:custGeom>
              <a:rect b="b" l="l" r="r" t="t"/>
              <a:pathLst>
                <a:path extrusionOk="0" h="1058651" w="345836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0" name="Google Shape;90;p89"/>
            <p:cNvSpPr/>
            <p:nvPr/>
          </p:nvSpPr>
          <p:spPr>
            <a:xfrm>
              <a:off x="4278070" y="29318"/>
              <a:ext cx="1022221" cy="308021"/>
            </a:xfrm>
            <a:custGeom>
              <a:rect b="b" l="l" r="r" t="t"/>
              <a:pathLst>
                <a:path extrusionOk="0" h="308021" w="10222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1" name="Google Shape;91;p89"/>
            <p:cNvSpPr/>
            <p:nvPr/>
          </p:nvSpPr>
          <p:spPr>
            <a:xfrm>
              <a:off x="10809444" y="-12696"/>
              <a:ext cx="1265873" cy="505824"/>
            </a:xfrm>
            <a:custGeom>
              <a:rect b="b" l="l" r="r" t="t"/>
              <a:pathLst>
                <a:path extrusionOk="0" h="505824" w="1265873">
                  <a:moveTo>
                    <a:pt x="0" y="0"/>
                  </a:moveTo>
                  <a:lnTo>
                    <a:pt x="945372" y="0"/>
                  </a:lnTo>
                  <a:lnTo>
                    <a:pt x="1265873" y="102450"/>
                  </a:lnTo>
                  <a:lnTo>
                    <a:pt x="1265873" y="505824"/>
                  </a:lnTo>
                  <a:lnTo>
                    <a:pt x="0" y="10168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2" name="Google Shape;92;p89"/>
            <p:cNvSpPr/>
            <p:nvPr/>
          </p:nvSpPr>
          <p:spPr>
            <a:xfrm>
              <a:off x="12086110" y="93055"/>
              <a:ext cx="105510" cy="435370"/>
            </a:xfrm>
            <a:custGeom>
              <a:rect b="b" l="l" r="r" t="t"/>
              <a:pathLst>
                <a:path extrusionOk="0" h="435370" w="105510">
                  <a:moveTo>
                    <a:pt x="0" y="403501"/>
                  </a:moveTo>
                  <a:lnTo>
                    <a:pt x="105511" y="435370"/>
                  </a:lnTo>
                  <a:lnTo>
                    <a:pt x="105511" y="31869"/>
                  </a:lnTo>
                  <a:lnTo>
                    <a:pt x="0" y="0"/>
                  </a:lnTo>
                  <a:lnTo>
                    <a:pt x="0" y="403501"/>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3" name="Google Shape;93;p89"/>
            <p:cNvSpPr/>
            <p:nvPr/>
          </p:nvSpPr>
          <p:spPr>
            <a:xfrm>
              <a:off x="12091315" y="2655"/>
              <a:ext cx="100305" cy="111985"/>
            </a:xfrm>
            <a:custGeom>
              <a:rect b="b" l="l" r="r" t="t"/>
              <a:pathLst>
                <a:path extrusionOk="0" h="111985" w="100305">
                  <a:moveTo>
                    <a:pt x="100305" y="111985"/>
                  </a:moveTo>
                  <a:lnTo>
                    <a:pt x="100305" y="0"/>
                  </a:lnTo>
                  <a:lnTo>
                    <a:pt x="0" y="81640"/>
                  </a:lnTo>
                  <a:lnTo>
                    <a:pt x="100305" y="111985"/>
                  </a:lnTo>
                  <a:close/>
                </a:path>
              </a:pathLst>
            </a:custGeom>
            <a:solidFill>
              <a:srgbClr val="F9AA1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4" name="Google Shape;94;p89"/>
            <p:cNvSpPr/>
            <p:nvPr/>
          </p:nvSpPr>
          <p:spPr>
            <a:xfrm>
              <a:off x="9859975" y="328071"/>
              <a:ext cx="1740226" cy="683844"/>
            </a:xfrm>
            <a:custGeom>
              <a:rect b="b" l="l" r="r" t="t"/>
              <a:pathLst>
                <a:path extrusionOk="0" h="683844" w="1740226">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5" name="Google Shape;95;p89"/>
            <p:cNvSpPr/>
            <p:nvPr/>
          </p:nvSpPr>
          <p:spPr>
            <a:xfrm>
              <a:off x="11314396" y="782994"/>
              <a:ext cx="496826" cy="353730"/>
            </a:xfrm>
            <a:custGeom>
              <a:rect b="b" l="l" r="r" t="t"/>
              <a:pathLst>
                <a:path extrusionOk="0" h="353730" w="496826">
                  <a:moveTo>
                    <a:pt x="0" y="312466"/>
                  </a:moveTo>
                  <a:lnTo>
                    <a:pt x="135476" y="353730"/>
                  </a:lnTo>
                  <a:lnTo>
                    <a:pt x="496827" y="59674"/>
                  </a:lnTo>
                  <a:lnTo>
                    <a:pt x="299773" y="0"/>
                  </a:lnTo>
                  <a:lnTo>
                    <a:pt x="0" y="243777"/>
                  </a:lnTo>
                  <a:lnTo>
                    <a:pt x="0" y="312466"/>
                  </a:lnTo>
                  <a:close/>
                </a:path>
              </a:pathLst>
            </a:custGeom>
            <a:solidFill>
              <a:srgbClr val="C4E3E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6" name="Google Shape;96;p89"/>
            <p:cNvSpPr/>
            <p:nvPr/>
          </p:nvSpPr>
          <p:spPr>
            <a:xfrm>
              <a:off x="9220690" y="630380"/>
              <a:ext cx="1411124" cy="930414"/>
            </a:xfrm>
            <a:custGeom>
              <a:rect b="b" l="l" r="r" t="t"/>
              <a:pathLst>
                <a:path extrusionOk="0" h="930414" w="141112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7" name="Google Shape;97;p89"/>
            <p:cNvSpPr/>
            <p:nvPr/>
          </p:nvSpPr>
          <p:spPr>
            <a:xfrm>
              <a:off x="10642608" y="1060036"/>
              <a:ext cx="407567" cy="588492"/>
            </a:xfrm>
            <a:custGeom>
              <a:rect b="b" l="l" r="r" t="t"/>
              <a:pathLst>
                <a:path extrusionOk="0" h="588492" w="407567">
                  <a:moveTo>
                    <a:pt x="0" y="503044"/>
                  </a:moveTo>
                  <a:lnTo>
                    <a:pt x="407568" y="588492"/>
                  </a:lnTo>
                  <a:lnTo>
                    <a:pt x="407568" y="123158"/>
                  </a:lnTo>
                  <a:lnTo>
                    <a:pt x="0" y="0"/>
                  </a:lnTo>
                  <a:lnTo>
                    <a:pt x="0" y="50304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8" name="Google Shape;98;p89"/>
            <p:cNvSpPr/>
            <p:nvPr/>
          </p:nvSpPr>
          <p:spPr>
            <a:xfrm>
              <a:off x="9225769" y="422916"/>
              <a:ext cx="1654777" cy="624804"/>
            </a:xfrm>
            <a:custGeom>
              <a:rect b="b" l="l" r="r" t="t"/>
              <a:pathLst>
                <a:path extrusionOk="0" h="624804" w="1654777">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99" name="Google Shape;99;p89"/>
            <p:cNvSpPr/>
            <p:nvPr/>
          </p:nvSpPr>
          <p:spPr>
            <a:xfrm>
              <a:off x="10647813" y="852572"/>
              <a:ext cx="650712" cy="321607"/>
            </a:xfrm>
            <a:custGeom>
              <a:rect b="b" l="l" r="r" t="t"/>
              <a:pathLst>
                <a:path extrusionOk="0" h="321607" w="650712">
                  <a:moveTo>
                    <a:pt x="0" y="198703"/>
                  </a:moveTo>
                  <a:lnTo>
                    <a:pt x="406553" y="321608"/>
                  </a:lnTo>
                  <a:lnTo>
                    <a:pt x="650712" y="122777"/>
                  </a:lnTo>
                  <a:lnTo>
                    <a:pt x="244541" y="0"/>
                  </a:lnTo>
                  <a:lnTo>
                    <a:pt x="0" y="198703"/>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0" name="Google Shape;100;p89"/>
            <p:cNvSpPr/>
            <p:nvPr/>
          </p:nvSpPr>
          <p:spPr>
            <a:xfrm>
              <a:off x="8696438" y="247828"/>
              <a:ext cx="243017" cy="805732"/>
            </a:xfrm>
            <a:custGeom>
              <a:rect b="b" l="l" r="r" t="t"/>
              <a:pathLst>
                <a:path extrusionOk="0" h="805732" w="243017">
                  <a:moveTo>
                    <a:pt x="243017" y="608172"/>
                  </a:moveTo>
                  <a:lnTo>
                    <a:pt x="243017" y="153249"/>
                  </a:lnTo>
                  <a:lnTo>
                    <a:pt x="243017" y="0"/>
                  </a:lnTo>
                  <a:lnTo>
                    <a:pt x="0" y="197434"/>
                  </a:lnTo>
                  <a:lnTo>
                    <a:pt x="0" y="805733"/>
                  </a:lnTo>
                  <a:lnTo>
                    <a:pt x="243017" y="60817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1" name="Google Shape;101;p89"/>
            <p:cNvSpPr/>
            <p:nvPr/>
          </p:nvSpPr>
          <p:spPr>
            <a:xfrm>
              <a:off x="5145790" y="-12696"/>
              <a:ext cx="3539857" cy="1070447"/>
            </a:xfrm>
            <a:custGeom>
              <a:rect b="b" l="l" r="r" t="t"/>
              <a:pathLst>
                <a:path extrusionOk="0" h="1070447" w="3539857">
                  <a:moveTo>
                    <a:pt x="0" y="0"/>
                  </a:moveTo>
                  <a:lnTo>
                    <a:pt x="2020293" y="0"/>
                  </a:lnTo>
                  <a:lnTo>
                    <a:pt x="3539857" y="459354"/>
                  </a:lnTo>
                  <a:lnTo>
                    <a:pt x="3539857" y="1070447"/>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2" name="Google Shape;102;p89"/>
            <p:cNvSpPr/>
            <p:nvPr/>
          </p:nvSpPr>
          <p:spPr>
            <a:xfrm>
              <a:off x="7200361" y="-12696"/>
              <a:ext cx="1734016" cy="450213"/>
            </a:xfrm>
            <a:custGeom>
              <a:rect b="b" l="l" r="r" t="t"/>
              <a:pathLst>
                <a:path extrusionOk="0" h="450213" w="1734016">
                  <a:moveTo>
                    <a:pt x="0" y="0"/>
                  </a:moveTo>
                  <a:lnTo>
                    <a:pt x="901572" y="0"/>
                  </a:lnTo>
                  <a:lnTo>
                    <a:pt x="1734016" y="251510"/>
                  </a:lnTo>
                  <a:lnTo>
                    <a:pt x="1489476" y="45021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3" name="Google Shape;103;p89"/>
            <p:cNvSpPr/>
            <p:nvPr/>
          </p:nvSpPr>
          <p:spPr>
            <a:xfrm>
              <a:off x="8136109" y="-12695"/>
              <a:ext cx="1588137" cy="527789"/>
            </a:xfrm>
            <a:custGeom>
              <a:rect b="b" l="l" r="r" t="t"/>
              <a:pathLst>
                <a:path extrusionOk="0" h="527789" w="1588137">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4" name="Google Shape;104;p89"/>
            <p:cNvSpPr/>
            <p:nvPr/>
          </p:nvSpPr>
          <p:spPr>
            <a:xfrm>
              <a:off x="9736181" y="-34166"/>
              <a:ext cx="320976" cy="560686"/>
            </a:xfrm>
            <a:custGeom>
              <a:rect b="b" l="l" r="r" t="t"/>
              <a:pathLst>
                <a:path extrusionOk="0" h="560686" w="320976">
                  <a:moveTo>
                    <a:pt x="111986" y="560686"/>
                  </a:moveTo>
                  <a:lnTo>
                    <a:pt x="320976" y="390677"/>
                  </a:lnTo>
                  <a:lnTo>
                    <a:pt x="320976" y="0"/>
                  </a:lnTo>
                  <a:lnTo>
                    <a:pt x="0" y="260663"/>
                  </a:lnTo>
                  <a:lnTo>
                    <a:pt x="0" y="526913"/>
                  </a:lnTo>
                  <a:lnTo>
                    <a:pt x="111986" y="56068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5" name="Google Shape;105;p89"/>
            <p:cNvSpPr/>
            <p:nvPr/>
          </p:nvSpPr>
          <p:spPr>
            <a:xfrm>
              <a:off x="8963680" y="-12696"/>
              <a:ext cx="1050864" cy="231449"/>
            </a:xfrm>
            <a:custGeom>
              <a:rect b="b" l="l" r="r" t="t"/>
              <a:pathLst>
                <a:path extrusionOk="0" h="231449" w="1050864">
                  <a:moveTo>
                    <a:pt x="0" y="0"/>
                  </a:moveTo>
                  <a:lnTo>
                    <a:pt x="1050864" y="0"/>
                  </a:lnTo>
                  <a:lnTo>
                    <a:pt x="765898" y="231449"/>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6" name="Google Shape;106;p89"/>
            <p:cNvSpPr/>
            <p:nvPr/>
          </p:nvSpPr>
          <p:spPr>
            <a:xfrm>
              <a:off x="7815659" y="853334"/>
              <a:ext cx="28187" cy="216732"/>
            </a:xfrm>
            <a:custGeom>
              <a:rect b="b" l="l" r="r" t="t"/>
              <a:pathLst>
                <a:path extrusionOk="0" h="216732" w="28187">
                  <a:moveTo>
                    <a:pt x="28187" y="193625"/>
                  </a:moveTo>
                  <a:lnTo>
                    <a:pt x="28187" y="0"/>
                  </a:lnTo>
                  <a:lnTo>
                    <a:pt x="0" y="22854"/>
                  </a:lnTo>
                  <a:lnTo>
                    <a:pt x="0" y="216733"/>
                  </a:lnTo>
                  <a:lnTo>
                    <a:pt x="28187" y="193625"/>
                  </a:lnTo>
                  <a:close/>
                </a:path>
              </a:pathLst>
            </a:custGeom>
            <a:solidFill>
              <a:srgbClr val="F4983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7" name="Google Shape;107;p89"/>
            <p:cNvSpPr/>
            <p:nvPr/>
          </p:nvSpPr>
          <p:spPr>
            <a:xfrm>
              <a:off x="7581530" y="884949"/>
              <a:ext cx="223337" cy="229683"/>
            </a:xfrm>
            <a:custGeom>
              <a:rect b="b" l="l" r="r" t="t"/>
              <a:pathLst>
                <a:path extrusionOk="0" h="229683" w="223337">
                  <a:moveTo>
                    <a:pt x="223338" y="0"/>
                  </a:moveTo>
                  <a:lnTo>
                    <a:pt x="0" y="181690"/>
                  </a:lnTo>
                  <a:lnTo>
                    <a:pt x="0" y="211400"/>
                  </a:lnTo>
                  <a:lnTo>
                    <a:pt x="179279" y="229683"/>
                  </a:lnTo>
                  <a:lnTo>
                    <a:pt x="223338" y="194006"/>
                  </a:lnTo>
                  <a:lnTo>
                    <a:pt x="223338"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8" name="Google Shape;108;p89"/>
            <p:cNvSpPr/>
            <p:nvPr/>
          </p:nvSpPr>
          <p:spPr>
            <a:xfrm>
              <a:off x="7404156" y="746047"/>
              <a:ext cx="433850" cy="122396"/>
            </a:xfrm>
            <a:custGeom>
              <a:rect b="b" l="l" r="r" t="t"/>
              <a:pathLst>
                <a:path extrusionOk="0" h="122396" w="433850">
                  <a:moveTo>
                    <a:pt x="433850" y="98907"/>
                  </a:moveTo>
                  <a:lnTo>
                    <a:pt x="0" y="0"/>
                  </a:lnTo>
                  <a:lnTo>
                    <a:pt x="404902" y="122396"/>
                  </a:lnTo>
                  <a:lnTo>
                    <a:pt x="433850" y="98907"/>
                  </a:lnTo>
                  <a:close/>
                </a:path>
              </a:pathLst>
            </a:custGeom>
            <a:solidFill>
              <a:srgbClr val="C5E3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09" name="Google Shape;109;p89"/>
            <p:cNvSpPr/>
            <p:nvPr/>
          </p:nvSpPr>
          <p:spPr>
            <a:xfrm>
              <a:off x="7064261" y="715448"/>
              <a:ext cx="735526" cy="343572"/>
            </a:xfrm>
            <a:custGeom>
              <a:rect b="b" l="l" r="r" t="t"/>
              <a:pathLst>
                <a:path extrusionOk="0" h="343572" w="735526">
                  <a:moveTo>
                    <a:pt x="735527" y="160486"/>
                  </a:moveTo>
                  <a:lnTo>
                    <a:pt x="204165" y="0"/>
                  </a:lnTo>
                  <a:lnTo>
                    <a:pt x="0" y="210511"/>
                  </a:lnTo>
                  <a:lnTo>
                    <a:pt x="510413" y="343573"/>
                  </a:lnTo>
                  <a:lnTo>
                    <a:pt x="735527" y="160486"/>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0" name="Google Shape;110;p89"/>
            <p:cNvSpPr/>
            <p:nvPr/>
          </p:nvSpPr>
          <p:spPr>
            <a:xfrm>
              <a:off x="8660760" y="1948171"/>
              <a:ext cx="86719" cy="160994"/>
            </a:xfrm>
            <a:custGeom>
              <a:rect b="b" l="l" r="r" t="t"/>
              <a:pathLst>
                <a:path extrusionOk="0" h="160994" w="86719">
                  <a:moveTo>
                    <a:pt x="0" y="70594"/>
                  </a:moveTo>
                  <a:lnTo>
                    <a:pt x="0" y="160994"/>
                  </a:lnTo>
                  <a:lnTo>
                    <a:pt x="86720" y="90274"/>
                  </a:lnTo>
                  <a:lnTo>
                    <a:pt x="86720" y="48882"/>
                  </a:lnTo>
                  <a:lnTo>
                    <a:pt x="86720" y="0"/>
                  </a:lnTo>
                  <a:lnTo>
                    <a:pt x="0" y="70594"/>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1" name="Google Shape;111;p89"/>
            <p:cNvSpPr/>
            <p:nvPr/>
          </p:nvSpPr>
          <p:spPr>
            <a:xfrm>
              <a:off x="8264746" y="1925190"/>
              <a:ext cx="385094" cy="188546"/>
            </a:xfrm>
            <a:custGeom>
              <a:rect b="b" l="l" r="r" t="t"/>
              <a:pathLst>
                <a:path extrusionOk="0" h="188546" w="385094">
                  <a:moveTo>
                    <a:pt x="0" y="93067"/>
                  </a:moveTo>
                  <a:lnTo>
                    <a:pt x="385095" y="188546"/>
                  </a:lnTo>
                  <a:lnTo>
                    <a:pt x="385095" y="95098"/>
                  </a:lnTo>
                  <a:lnTo>
                    <a:pt x="0" y="0"/>
                  </a:lnTo>
                  <a:lnTo>
                    <a:pt x="0" y="9306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2" name="Google Shape;112;p89"/>
            <p:cNvSpPr/>
            <p:nvPr/>
          </p:nvSpPr>
          <p:spPr>
            <a:xfrm>
              <a:off x="8271476" y="1752133"/>
              <a:ext cx="470924" cy="261425"/>
            </a:xfrm>
            <a:custGeom>
              <a:rect b="b" l="l" r="r" t="t"/>
              <a:pathLst>
                <a:path extrusionOk="0" h="261425" w="470924">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3" name="Google Shape;113;p89"/>
            <p:cNvSpPr/>
            <p:nvPr/>
          </p:nvSpPr>
          <p:spPr>
            <a:xfrm>
              <a:off x="8596134" y="1831742"/>
              <a:ext cx="64753" cy="72370"/>
            </a:xfrm>
            <a:custGeom>
              <a:rect b="b" l="l" r="r" t="t"/>
              <a:pathLst>
                <a:path extrusionOk="0" h="72370" w="64753">
                  <a:moveTo>
                    <a:pt x="64753" y="72371"/>
                  </a:moveTo>
                  <a:lnTo>
                    <a:pt x="64753" y="0"/>
                  </a:lnTo>
                  <a:lnTo>
                    <a:pt x="0" y="53072"/>
                  </a:lnTo>
                  <a:lnTo>
                    <a:pt x="64753" y="72371"/>
                  </a:lnTo>
                  <a:close/>
                </a:path>
              </a:pathLst>
            </a:custGeom>
            <a:solidFill>
              <a:srgbClr val="F3989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4" name="Google Shape;114;p89"/>
            <p:cNvSpPr/>
            <p:nvPr/>
          </p:nvSpPr>
          <p:spPr>
            <a:xfrm>
              <a:off x="5870252" y="307756"/>
              <a:ext cx="242636" cy="686002"/>
            </a:xfrm>
            <a:custGeom>
              <a:rect b="b" l="l" r="r" t="t"/>
              <a:pathLst>
                <a:path extrusionOk="0" h="686002" w="242636">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5" name="Google Shape;115;p89"/>
            <p:cNvSpPr/>
            <p:nvPr/>
          </p:nvSpPr>
          <p:spPr>
            <a:xfrm>
              <a:off x="4280737" y="38713"/>
              <a:ext cx="1577961" cy="1069316"/>
            </a:xfrm>
            <a:custGeom>
              <a:rect b="b" l="l" r="r" t="t"/>
              <a:pathLst>
                <a:path extrusionOk="0" h="1069316" w="1577961">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6" name="Google Shape;116;p89"/>
            <p:cNvSpPr/>
            <p:nvPr/>
          </p:nvSpPr>
          <p:spPr>
            <a:xfrm>
              <a:off x="4281244" y="-12696"/>
              <a:ext cx="1826185" cy="510522"/>
            </a:xfrm>
            <a:custGeom>
              <a:rect b="b" l="l" r="r" t="t"/>
              <a:pathLst>
                <a:path extrusionOk="0" h="510522" w="1826185">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7" name="Google Shape;117;p89"/>
            <p:cNvSpPr/>
            <p:nvPr/>
          </p:nvSpPr>
          <p:spPr>
            <a:xfrm>
              <a:off x="3884723" y="-12695"/>
              <a:ext cx="242636" cy="547597"/>
            </a:xfrm>
            <a:custGeom>
              <a:rect b="b" l="l" r="r" t="t"/>
              <a:pathLst>
                <a:path extrusionOk="0" h="547597" w="242636">
                  <a:moveTo>
                    <a:pt x="0" y="0"/>
                  </a:moveTo>
                  <a:lnTo>
                    <a:pt x="242636" y="0"/>
                  </a:lnTo>
                  <a:lnTo>
                    <a:pt x="242636" y="61948"/>
                  </a:lnTo>
                  <a:lnTo>
                    <a:pt x="242636" y="165553"/>
                  </a:lnTo>
                  <a:lnTo>
                    <a:pt x="242636" y="350036"/>
                  </a:lnTo>
                  <a:lnTo>
                    <a:pt x="0" y="54759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8" name="Google Shape;118;p89"/>
            <p:cNvSpPr/>
            <p:nvPr/>
          </p:nvSpPr>
          <p:spPr>
            <a:xfrm>
              <a:off x="2048998" y="-12696"/>
              <a:ext cx="1824932" cy="551786"/>
            </a:xfrm>
            <a:custGeom>
              <a:rect b="b" l="l" r="r" t="t"/>
              <a:pathLst>
                <a:path extrusionOk="0" h="551786" w="1824932">
                  <a:moveTo>
                    <a:pt x="0" y="0"/>
                  </a:moveTo>
                  <a:lnTo>
                    <a:pt x="1824932" y="0"/>
                  </a:lnTo>
                  <a:lnTo>
                    <a:pt x="1824932" y="55178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9" name="Google Shape;119;p89"/>
            <p:cNvSpPr/>
            <p:nvPr/>
          </p:nvSpPr>
          <p:spPr>
            <a:xfrm>
              <a:off x="7060071" y="934974"/>
              <a:ext cx="510666" cy="160232"/>
            </a:xfrm>
            <a:custGeom>
              <a:rect b="b" l="l" r="r" t="t"/>
              <a:pathLst>
                <a:path extrusionOk="0" h="160232" w="510666">
                  <a:moveTo>
                    <a:pt x="0" y="0"/>
                  </a:moveTo>
                  <a:lnTo>
                    <a:pt x="0" y="108049"/>
                  </a:lnTo>
                  <a:lnTo>
                    <a:pt x="510667" y="160232"/>
                  </a:lnTo>
                  <a:lnTo>
                    <a:pt x="510667" y="133188"/>
                  </a:lnTo>
                  <a:lnTo>
                    <a:pt x="0" y="0"/>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0" name="Google Shape;120;p89"/>
            <p:cNvSpPr/>
            <p:nvPr/>
          </p:nvSpPr>
          <p:spPr>
            <a:xfrm>
              <a:off x="8667235" y="1770925"/>
              <a:ext cx="1164933" cy="547100"/>
            </a:xfrm>
            <a:custGeom>
              <a:rect b="b" l="l" r="r" t="t"/>
              <a:pathLst>
                <a:path extrusionOk="0" h="547100" w="1164933">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1" name="Google Shape;121;p89"/>
            <p:cNvSpPr/>
            <p:nvPr/>
          </p:nvSpPr>
          <p:spPr>
            <a:xfrm>
              <a:off x="5839272" y="1087842"/>
              <a:ext cx="3068949" cy="638517"/>
            </a:xfrm>
            <a:custGeom>
              <a:rect b="b" l="l" r="r" t="t"/>
              <a:pathLst>
                <a:path extrusionOk="0" h="638517" w="3068949">
                  <a:moveTo>
                    <a:pt x="0" y="0"/>
                  </a:moveTo>
                  <a:lnTo>
                    <a:pt x="0" y="27044"/>
                  </a:lnTo>
                  <a:lnTo>
                    <a:pt x="0" y="197053"/>
                  </a:lnTo>
                  <a:lnTo>
                    <a:pt x="2865292" y="638517"/>
                  </a:lnTo>
                  <a:lnTo>
                    <a:pt x="3068949" y="473079"/>
                  </a:lnTo>
                  <a:lnTo>
                    <a:pt x="0" y="0"/>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2" name="Google Shape;122;p89"/>
            <p:cNvSpPr/>
            <p:nvPr/>
          </p:nvSpPr>
          <p:spPr>
            <a:xfrm>
              <a:off x="10341185" y="2444231"/>
              <a:ext cx="758888" cy="229302"/>
            </a:xfrm>
            <a:custGeom>
              <a:rect b="b" l="l" r="r" t="t"/>
              <a:pathLst>
                <a:path extrusionOk="0" h="229302" w="758888">
                  <a:moveTo>
                    <a:pt x="476511" y="151852"/>
                  </a:moveTo>
                  <a:lnTo>
                    <a:pt x="758889" y="229302"/>
                  </a:lnTo>
                  <a:lnTo>
                    <a:pt x="0" y="0"/>
                  </a:lnTo>
                  <a:lnTo>
                    <a:pt x="476511" y="151852"/>
                  </a:lnTo>
                  <a:close/>
                </a:path>
              </a:pathLst>
            </a:custGeom>
            <a:solidFill>
              <a:srgbClr val="F5999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3" name="Google Shape;123;p89"/>
            <p:cNvSpPr/>
            <p:nvPr/>
          </p:nvSpPr>
          <p:spPr>
            <a:xfrm>
              <a:off x="9841438" y="2122369"/>
              <a:ext cx="1764858" cy="708603"/>
            </a:xfrm>
            <a:custGeom>
              <a:rect b="b" l="l" r="r" t="t"/>
              <a:pathLst>
                <a:path extrusionOk="0" h="708603" w="1764858">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4" name="Google Shape;124;p89"/>
            <p:cNvSpPr/>
            <p:nvPr/>
          </p:nvSpPr>
          <p:spPr>
            <a:xfrm>
              <a:off x="5841684" y="934974"/>
              <a:ext cx="4550795" cy="1177492"/>
            </a:xfrm>
            <a:custGeom>
              <a:rect b="b" l="l" r="r" t="t"/>
              <a:pathLst>
                <a:path extrusionOk="0" h="1177492" w="4550795">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5" name="Google Shape;125;p89"/>
            <p:cNvSpPr/>
            <p:nvPr/>
          </p:nvSpPr>
          <p:spPr>
            <a:xfrm>
              <a:off x="9241513" y="1301655"/>
              <a:ext cx="1286569" cy="350428"/>
            </a:xfrm>
            <a:custGeom>
              <a:rect b="b" l="l" r="r" t="t"/>
              <a:pathLst>
                <a:path extrusionOk="0" h="350428" w="1286569">
                  <a:moveTo>
                    <a:pt x="0" y="0"/>
                  </a:moveTo>
                  <a:lnTo>
                    <a:pt x="1160236" y="350429"/>
                  </a:lnTo>
                  <a:lnTo>
                    <a:pt x="1286570" y="247712"/>
                  </a:lnTo>
                  <a:lnTo>
                    <a:pt x="400204" y="77069"/>
                  </a:lnTo>
                  <a:lnTo>
                    <a:pt x="0" y="0"/>
                  </a:lnTo>
                  <a:close/>
                </a:path>
              </a:pathLst>
            </a:custGeom>
            <a:solidFill>
              <a:srgbClr val="C5E3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6" name="Google Shape;126;p89"/>
            <p:cNvSpPr/>
            <p:nvPr/>
          </p:nvSpPr>
          <p:spPr>
            <a:xfrm>
              <a:off x="10413557" y="1551906"/>
              <a:ext cx="1759399" cy="580239"/>
            </a:xfrm>
            <a:custGeom>
              <a:rect b="b" l="l" r="r" t="t"/>
              <a:pathLst>
                <a:path extrusionOk="0" h="580239" w="175939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7" name="Google Shape;127;p89"/>
            <p:cNvSpPr/>
            <p:nvPr/>
          </p:nvSpPr>
          <p:spPr>
            <a:xfrm>
              <a:off x="9848167" y="1663130"/>
              <a:ext cx="2135606" cy="964060"/>
            </a:xfrm>
            <a:custGeom>
              <a:rect b="b" l="l" r="r" t="t"/>
              <a:pathLst>
                <a:path extrusionOk="0" h="964060" w="2135606">
                  <a:moveTo>
                    <a:pt x="0" y="452891"/>
                  </a:moveTo>
                  <a:lnTo>
                    <a:pt x="1762954" y="964061"/>
                  </a:lnTo>
                  <a:lnTo>
                    <a:pt x="2135606" y="477396"/>
                  </a:lnTo>
                  <a:lnTo>
                    <a:pt x="556121" y="0"/>
                  </a:lnTo>
                  <a:lnTo>
                    <a:pt x="0" y="45289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8" name="Google Shape;128;p89"/>
            <p:cNvSpPr/>
            <p:nvPr/>
          </p:nvSpPr>
          <p:spPr>
            <a:xfrm>
              <a:off x="11455839" y="853461"/>
              <a:ext cx="359954" cy="383186"/>
            </a:xfrm>
            <a:custGeom>
              <a:rect b="b" l="l" r="r" t="t"/>
              <a:pathLst>
                <a:path extrusionOk="0" h="383186" w="359954">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29" name="Google Shape;129;p89"/>
            <p:cNvSpPr/>
            <p:nvPr/>
          </p:nvSpPr>
          <p:spPr>
            <a:xfrm>
              <a:off x="11314396" y="1105871"/>
              <a:ext cx="131285" cy="133188"/>
            </a:xfrm>
            <a:custGeom>
              <a:rect b="b" l="l" r="r" t="t"/>
              <a:pathLst>
                <a:path extrusionOk="0" h="133188" w="131285">
                  <a:moveTo>
                    <a:pt x="0" y="93194"/>
                  </a:moveTo>
                  <a:lnTo>
                    <a:pt x="131286" y="133188"/>
                  </a:lnTo>
                  <a:lnTo>
                    <a:pt x="131286" y="39995"/>
                  </a:lnTo>
                  <a:lnTo>
                    <a:pt x="0" y="0"/>
                  </a:lnTo>
                  <a:lnTo>
                    <a:pt x="0" y="93194"/>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0" name="Google Shape;130;p89"/>
            <p:cNvSpPr/>
            <p:nvPr/>
          </p:nvSpPr>
          <p:spPr>
            <a:xfrm>
              <a:off x="11061095" y="984364"/>
              <a:ext cx="242509" cy="694890"/>
            </a:xfrm>
            <a:custGeom>
              <a:rect b="b" l="l" r="r" t="t"/>
              <a:pathLst>
                <a:path extrusionOk="0" h="694890" w="242509">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1" name="Google Shape;131;p89"/>
            <p:cNvSpPr/>
            <p:nvPr/>
          </p:nvSpPr>
          <p:spPr>
            <a:xfrm>
              <a:off x="11526179" y="1190431"/>
              <a:ext cx="665441" cy="395883"/>
            </a:xfrm>
            <a:custGeom>
              <a:rect b="b" l="l" r="r" t="t"/>
              <a:pathLst>
                <a:path extrusionOk="0" h="395883" w="665441">
                  <a:moveTo>
                    <a:pt x="665441" y="395883"/>
                  </a:moveTo>
                  <a:lnTo>
                    <a:pt x="665441" y="202131"/>
                  </a:lnTo>
                  <a:lnTo>
                    <a:pt x="0" y="0"/>
                  </a:lnTo>
                  <a:lnTo>
                    <a:pt x="0" y="181690"/>
                  </a:lnTo>
                  <a:lnTo>
                    <a:pt x="665441" y="39588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2" name="Google Shape;132;p89"/>
            <p:cNvSpPr/>
            <p:nvPr/>
          </p:nvSpPr>
          <p:spPr>
            <a:xfrm>
              <a:off x="11530751" y="653742"/>
              <a:ext cx="660869" cy="725489"/>
            </a:xfrm>
            <a:custGeom>
              <a:rect b="b" l="l" r="r" t="t"/>
              <a:pathLst>
                <a:path extrusionOk="0" h="725489" w="660869">
                  <a:moveTo>
                    <a:pt x="294820" y="249490"/>
                  </a:moveTo>
                  <a:lnTo>
                    <a:pt x="294820" y="249490"/>
                  </a:lnTo>
                  <a:lnTo>
                    <a:pt x="0" y="512693"/>
                  </a:lnTo>
                  <a:lnTo>
                    <a:pt x="660870" y="725490"/>
                  </a:lnTo>
                  <a:lnTo>
                    <a:pt x="660870" y="26282"/>
                  </a:lnTo>
                  <a:lnTo>
                    <a:pt x="573896" y="0"/>
                  </a:lnTo>
                  <a:lnTo>
                    <a:pt x="294820" y="24949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3" name="Google Shape;133;p89"/>
            <p:cNvSpPr/>
            <p:nvPr/>
          </p:nvSpPr>
          <p:spPr>
            <a:xfrm>
              <a:off x="11997740" y="1906144"/>
              <a:ext cx="178898" cy="423308"/>
            </a:xfrm>
            <a:custGeom>
              <a:rect b="b" l="l" r="r" t="t"/>
              <a:pathLst>
                <a:path extrusionOk="0" h="423308" w="178898">
                  <a:moveTo>
                    <a:pt x="0" y="423308"/>
                  </a:moveTo>
                  <a:lnTo>
                    <a:pt x="178899" y="189943"/>
                  </a:lnTo>
                  <a:lnTo>
                    <a:pt x="178899" y="0"/>
                  </a:lnTo>
                  <a:lnTo>
                    <a:pt x="0" y="233366"/>
                  </a:lnTo>
                  <a:lnTo>
                    <a:pt x="0" y="42330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4" name="Google Shape;134;p89"/>
            <p:cNvSpPr/>
            <p:nvPr/>
          </p:nvSpPr>
          <p:spPr>
            <a:xfrm>
              <a:off x="11618740" y="2153603"/>
              <a:ext cx="368080" cy="670767"/>
            </a:xfrm>
            <a:custGeom>
              <a:rect b="b" l="l" r="r" t="t"/>
              <a:pathLst>
                <a:path extrusionOk="0" h="670767" w="368080">
                  <a:moveTo>
                    <a:pt x="0" y="480825"/>
                  </a:moveTo>
                  <a:lnTo>
                    <a:pt x="0" y="670767"/>
                  </a:lnTo>
                  <a:lnTo>
                    <a:pt x="368081" y="189943"/>
                  </a:lnTo>
                  <a:lnTo>
                    <a:pt x="368081" y="0"/>
                  </a:lnTo>
                  <a:lnTo>
                    <a:pt x="0" y="480825"/>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5" name="Google Shape;135;p89"/>
            <p:cNvSpPr/>
            <p:nvPr/>
          </p:nvSpPr>
          <p:spPr>
            <a:xfrm>
              <a:off x="11114168" y="2732192"/>
              <a:ext cx="168740" cy="227525"/>
            </a:xfrm>
            <a:custGeom>
              <a:rect b="b" l="l" r="r" t="t"/>
              <a:pathLst>
                <a:path extrusionOk="0" h="227525" w="168740">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6" name="Google Shape;136;p89"/>
            <p:cNvSpPr/>
            <p:nvPr/>
          </p:nvSpPr>
          <p:spPr>
            <a:xfrm>
              <a:off x="9840295" y="2510254"/>
              <a:ext cx="1263079" cy="453780"/>
            </a:xfrm>
            <a:custGeom>
              <a:rect b="b" l="l" r="r" t="t"/>
              <a:pathLst>
                <a:path extrusionOk="0" h="453780" w="1263079">
                  <a:moveTo>
                    <a:pt x="0" y="93320"/>
                  </a:moveTo>
                  <a:lnTo>
                    <a:pt x="1263080" y="453780"/>
                  </a:lnTo>
                  <a:lnTo>
                    <a:pt x="1263080" y="360459"/>
                  </a:lnTo>
                  <a:lnTo>
                    <a:pt x="0" y="0"/>
                  </a:lnTo>
                  <a:lnTo>
                    <a:pt x="0" y="9332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7" name="Google Shape;137;p89"/>
            <p:cNvSpPr/>
            <p:nvPr/>
          </p:nvSpPr>
          <p:spPr>
            <a:xfrm>
              <a:off x="9845628" y="2372748"/>
              <a:ext cx="1428138" cy="489076"/>
            </a:xfrm>
            <a:custGeom>
              <a:rect b="b" l="l" r="r" t="t"/>
              <a:pathLst>
                <a:path extrusionOk="0" h="489076" w="1428138">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rgbClr val="C4E3E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8" name="Google Shape;138;p89"/>
            <p:cNvSpPr/>
            <p:nvPr/>
          </p:nvSpPr>
          <p:spPr>
            <a:xfrm>
              <a:off x="6538994" y="1476234"/>
              <a:ext cx="45073" cy="157311"/>
            </a:xfrm>
            <a:custGeom>
              <a:rect b="b" l="l" r="r" t="t"/>
              <a:pathLst>
                <a:path extrusionOk="0" h="157311" w="45073">
                  <a:moveTo>
                    <a:pt x="0" y="157312"/>
                  </a:moveTo>
                  <a:lnTo>
                    <a:pt x="45074" y="83163"/>
                  </a:lnTo>
                  <a:lnTo>
                    <a:pt x="45074" y="0"/>
                  </a:lnTo>
                  <a:lnTo>
                    <a:pt x="0" y="74530"/>
                  </a:lnTo>
                  <a:lnTo>
                    <a:pt x="0" y="157312"/>
                  </a:lnTo>
                  <a:close/>
                </a:path>
              </a:pathLst>
            </a:custGeom>
            <a:solidFill>
              <a:srgbClr val="0A405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39" name="Google Shape;139;p89"/>
            <p:cNvSpPr/>
            <p:nvPr/>
          </p:nvSpPr>
          <p:spPr>
            <a:xfrm>
              <a:off x="5730587" y="1419734"/>
              <a:ext cx="797614" cy="227017"/>
            </a:xfrm>
            <a:custGeom>
              <a:rect b="b" l="l" r="r" t="t"/>
              <a:pathLst>
                <a:path extrusionOk="0" h="227017" w="797614">
                  <a:moveTo>
                    <a:pt x="0" y="93575"/>
                  </a:moveTo>
                  <a:lnTo>
                    <a:pt x="797615" y="227017"/>
                  </a:lnTo>
                  <a:lnTo>
                    <a:pt x="797615" y="133823"/>
                  </a:lnTo>
                  <a:lnTo>
                    <a:pt x="0" y="0"/>
                  </a:lnTo>
                  <a:lnTo>
                    <a:pt x="0" y="935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0" name="Google Shape;140;p89"/>
            <p:cNvSpPr/>
            <p:nvPr/>
          </p:nvSpPr>
          <p:spPr>
            <a:xfrm>
              <a:off x="5734015" y="1311177"/>
              <a:ext cx="847259" cy="232857"/>
            </a:xfrm>
            <a:custGeom>
              <a:rect b="b" l="l" r="r" t="t"/>
              <a:pathLst>
                <a:path extrusionOk="0" h="232857" w="847259">
                  <a:moveTo>
                    <a:pt x="68944" y="0"/>
                  </a:moveTo>
                  <a:lnTo>
                    <a:pt x="0" y="99161"/>
                  </a:lnTo>
                  <a:lnTo>
                    <a:pt x="796725" y="232858"/>
                  </a:lnTo>
                  <a:lnTo>
                    <a:pt x="847259" y="149440"/>
                  </a:lnTo>
                  <a:lnTo>
                    <a:pt x="68944"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1" name="Google Shape;141;p89"/>
            <p:cNvSpPr/>
            <p:nvPr/>
          </p:nvSpPr>
          <p:spPr>
            <a:xfrm>
              <a:off x="4085459" y="893328"/>
              <a:ext cx="165185" cy="224604"/>
            </a:xfrm>
            <a:custGeom>
              <a:rect b="b" l="l" r="r" t="t"/>
              <a:pathLst>
                <a:path extrusionOk="0" h="224604" w="165185">
                  <a:moveTo>
                    <a:pt x="0" y="224605"/>
                  </a:moveTo>
                  <a:lnTo>
                    <a:pt x="165185" y="90401"/>
                  </a:lnTo>
                  <a:lnTo>
                    <a:pt x="165185" y="0"/>
                  </a:lnTo>
                  <a:lnTo>
                    <a:pt x="0" y="134204"/>
                  </a:lnTo>
                  <a:lnTo>
                    <a:pt x="0" y="224605"/>
                  </a:lnTo>
                  <a:close/>
                </a:path>
              </a:pathLst>
            </a:custGeom>
            <a:solidFill>
              <a:srgbClr val="0A405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2" name="Google Shape;142;p89"/>
            <p:cNvSpPr/>
            <p:nvPr/>
          </p:nvSpPr>
          <p:spPr>
            <a:xfrm>
              <a:off x="5716" y="7225"/>
              <a:ext cx="4068951" cy="1115278"/>
            </a:xfrm>
            <a:custGeom>
              <a:rect b="b" l="l" r="r" t="t"/>
              <a:pathLst>
                <a:path extrusionOk="0" h="1115278" w="4068951">
                  <a:moveTo>
                    <a:pt x="0" y="93321"/>
                  </a:moveTo>
                  <a:lnTo>
                    <a:pt x="4068952" y="1115279"/>
                  </a:lnTo>
                  <a:lnTo>
                    <a:pt x="4068952" y="1021958"/>
                  </a:lnTo>
                  <a:lnTo>
                    <a:pt x="0" y="0"/>
                  </a:lnTo>
                  <a:lnTo>
                    <a:pt x="0" y="9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3" name="Google Shape;143;p89"/>
            <p:cNvSpPr/>
            <p:nvPr/>
          </p:nvSpPr>
          <p:spPr>
            <a:xfrm>
              <a:off x="5716" y="-12696"/>
              <a:ext cx="4239343" cy="1032611"/>
            </a:xfrm>
            <a:custGeom>
              <a:rect b="b" l="l" r="r" t="t"/>
              <a:pathLst>
                <a:path extrusionOk="0" h="1032611" w="4239343">
                  <a:moveTo>
                    <a:pt x="0" y="0"/>
                  </a:moveTo>
                  <a:lnTo>
                    <a:pt x="672711" y="0"/>
                  </a:lnTo>
                  <a:lnTo>
                    <a:pt x="4239343" y="897391"/>
                  </a:lnTo>
                  <a:lnTo>
                    <a:pt x="4073015" y="1032611"/>
                  </a:lnTo>
                  <a:lnTo>
                    <a:pt x="0" y="976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4" name="Google Shape;144;p89"/>
            <p:cNvSpPr/>
            <p:nvPr/>
          </p:nvSpPr>
          <p:spPr>
            <a:xfrm>
              <a:off x="5460272" y="1245789"/>
              <a:ext cx="83544" cy="195656"/>
            </a:xfrm>
            <a:custGeom>
              <a:rect b="b" l="l" r="r" t="t"/>
              <a:pathLst>
                <a:path extrusionOk="0" h="195656" w="83544">
                  <a:moveTo>
                    <a:pt x="0" y="195656"/>
                  </a:moveTo>
                  <a:lnTo>
                    <a:pt x="83545" y="86338"/>
                  </a:lnTo>
                  <a:lnTo>
                    <a:pt x="83545" y="0"/>
                  </a:lnTo>
                  <a:lnTo>
                    <a:pt x="0" y="109319"/>
                  </a:lnTo>
                  <a:lnTo>
                    <a:pt x="0" y="195656"/>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5" name="Google Shape;145;p89"/>
            <p:cNvSpPr/>
            <p:nvPr/>
          </p:nvSpPr>
          <p:spPr>
            <a:xfrm>
              <a:off x="4381041" y="1164022"/>
              <a:ext cx="1068437" cy="287072"/>
            </a:xfrm>
            <a:custGeom>
              <a:rect b="b" l="l" r="r" t="t"/>
              <a:pathLst>
                <a:path extrusionOk="0" h="287072" w="1068437">
                  <a:moveTo>
                    <a:pt x="0" y="93575"/>
                  </a:moveTo>
                  <a:lnTo>
                    <a:pt x="1068438" y="287073"/>
                  </a:lnTo>
                  <a:lnTo>
                    <a:pt x="1068438" y="193625"/>
                  </a:lnTo>
                  <a:lnTo>
                    <a:pt x="0" y="0"/>
                  </a:lnTo>
                  <a:lnTo>
                    <a:pt x="0" y="93575"/>
                  </a:lnTo>
                  <a:close/>
                </a:path>
              </a:pathLst>
            </a:custGeom>
            <a:solidFill>
              <a:srgbClr val="50949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6" name="Google Shape;146;p89"/>
            <p:cNvSpPr/>
            <p:nvPr/>
          </p:nvSpPr>
          <p:spPr>
            <a:xfrm>
              <a:off x="4385358" y="1007980"/>
              <a:ext cx="1154903" cy="340144"/>
            </a:xfrm>
            <a:custGeom>
              <a:rect b="b" l="l" r="r" t="t"/>
              <a:pathLst>
                <a:path extrusionOk="0" h="340144" w="1154903">
                  <a:moveTo>
                    <a:pt x="126206" y="0"/>
                  </a:moveTo>
                  <a:lnTo>
                    <a:pt x="0" y="146901"/>
                  </a:lnTo>
                  <a:lnTo>
                    <a:pt x="1067041" y="340144"/>
                  </a:lnTo>
                  <a:lnTo>
                    <a:pt x="1154903" y="225112"/>
                  </a:lnTo>
                  <a:lnTo>
                    <a:pt x="126206" y="0"/>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7" name="Google Shape;147;p89"/>
            <p:cNvSpPr/>
            <p:nvPr/>
          </p:nvSpPr>
          <p:spPr>
            <a:xfrm>
              <a:off x="10108071" y="318802"/>
              <a:ext cx="1506478" cy="460636"/>
            </a:xfrm>
            <a:custGeom>
              <a:rect b="b" l="l" r="r" t="t"/>
              <a:pathLst>
                <a:path extrusionOk="0" h="460636" w="1506478">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8" name="Google Shape;148;p89"/>
            <p:cNvSpPr/>
            <p:nvPr/>
          </p:nvSpPr>
          <p:spPr>
            <a:xfrm>
              <a:off x="11313889" y="773218"/>
              <a:ext cx="300280" cy="253553"/>
            </a:xfrm>
            <a:custGeom>
              <a:rect b="b" l="l" r="r" t="t"/>
              <a:pathLst>
                <a:path extrusionOk="0" h="253553" w="300280">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49" name="Google Shape;149;p89"/>
            <p:cNvSpPr/>
            <p:nvPr/>
          </p:nvSpPr>
          <p:spPr>
            <a:xfrm>
              <a:off x="9213453" y="1240964"/>
              <a:ext cx="430421" cy="128109"/>
            </a:xfrm>
            <a:custGeom>
              <a:rect b="b" l="l" r="r" t="t"/>
              <a:pathLst>
                <a:path extrusionOk="0" h="128109" w="430421">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0" name="Google Shape;150;p89"/>
            <p:cNvSpPr/>
            <p:nvPr/>
          </p:nvSpPr>
          <p:spPr>
            <a:xfrm>
              <a:off x="9211548" y="620095"/>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1" name="Google Shape;151;p89"/>
            <p:cNvSpPr/>
            <p:nvPr/>
          </p:nvSpPr>
          <p:spPr>
            <a:xfrm>
              <a:off x="9210914" y="62161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2" name="Google Shape;152;p89"/>
            <p:cNvSpPr/>
            <p:nvPr/>
          </p:nvSpPr>
          <p:spPr>
            <a:xfrm>
              <a:off x="9211511" y="624285"/>
              <a:ext cx="9179" cy="625065"/>
            </a:xfrm>
            <a:custGeom>
              <a:rect b="b" l="l" r="r" t="t"/>
              <a:pathLst>
                <a:path extrusionOk="0" h="625065" w="9179">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3" name="Google Shape;153;p89"/>
            <p:cNvSpPr/>
            <p:nvPr/>
          </p:nvSpPr>
          <p:spPr>
            <a:xfrm>
              <a:off x="10631815" y="1056862"/>
              <a:ext cx="10792" cy="506217"/>
            </a:xfrm>
            <a:custGeom>
              <a:rect b="b" l="l" r="r" t="t"/>
              <a:pathLst>
                <a:path extrusionOk="0" h="506217" w="10792">
                  <a:moveTo>
                    <a:pt x="3683" y="1016"/>
                  </a:moveTo>
                  <a:lnTo>
                    <a:pt x="0" y="0"/>
                  </a:lnTo>
                  <a:lnTo>
                    <a:pt x="0" y="503932"/>
                  </a:lnTo>
                  <a:lnTo>
                    <a:pt x="6603" y="505329"/>
                  </a:lnTo>
                  <a:lnTo>
                    <a:pt x="10793" y="506218"/>
                  </a:lnTo>
                  <a:lnTo>
                    <a:pt x="10793" y="3174"/>
                  </a:lnTo>
                  <a:lnTo>
                    <a:pt x="3683"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4" name="Google Shape;154;p89"/>
            <p:cNvSpPr/>
            <p:nvPr/>
          </p:nvSpPr>
          <p:spPr>
            <a:xfrm>
              <a:off x="9210914" y="621111"/>
              <a:ext cx="12696" cy="761"/>
            </a:xfrm>
            <a:custGeom>
              <a:rect b="b" l="l" r="r" t="t"/>
              <a:pathLst>
                <a:path extrusionOk="0" h="761" w="12696">
                  <a:moveTo>
                    <a:pt x="0" y="762"/>
                  </a:moveTo>
                  <a:lnTo>
                    <a:pt x="0" y="762"/>
                  </a:lnTo>
                  <a:cubicBezTo>
                    <a:pt x="0" y="762"/>
                    <a:pt x="0" y="762"/>
                    <a:pt x="0" y="762"/>
                  </a:cubicBezTo>
                  <a:cubicBezTo>
                    <a:pt x="0" y="762"/>
                    <a:pt x="0" y="762"/>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5" name="Google Shape;155;p89"/>
            <p:cNvSpPr/>
            <p:nvPr/>
          </p:nvSpPr>
          <p:spPr>
            <a:xfrm>
              <a:off x="9210914" y="620222"/>
              <a:ext cx="12696" cy="761"/>
            </a:xfrm>
            <a:custGeom>
              <a:rect b="b" l="l" r="r" t="t"/>
              <a:pathLst>
                <a:path extrusionOk="0" h="761" w="12696">
                  <a:moveTo>
                    <a:pt x="0" y="0"/>
                  </a:moveTo>
                  <a:lnTo>
                    <a:pt x="0" y="762"/>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6" name="Google Shape;156;p89"/>
            <p:cNvSpPr/>
            <p:nvPr/>
          </p:nvSpPr>
          <p:spPr>
            <a:xfrm>
              <a:off x="9213326" y="621619"/>
              <a:ext cx="1422679" cy="436512"/>
            </a:xfrm>
            <a:custGeom>
              <a:rect b="b" l="l" r="r" t="t"/>
              <a:pathLst>
                <a:path extrusionOk="0" h="436512" w="1422679">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7" name="Google Shape;157;p89"/>
            <p:cNvSpPr/>
            <p:nvPr/>
          </p:nvSpPr>
          <p:spPr>
            <a:xfrm>
              <a:off x="10633593" y="848890"/>
              <a:ext cx="258888" cy="202258"/>
            </a:xfrm>
            <a:custGeom>
              <a:rect b="b" l="l" r="r" t="t"/>
              <a:pathLst>
                <a:path extrusionOk="0" h="202258" w="25888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8" name="Google Shape;158;p89"/>
            <p:cNvSpPr/>
            <p:nvPr/>
          </p:nvSpPr>
          <p:spPr>
            <a:xfrm>
              <a:off x="10632958" y="1055973"/>
              <a:ext cx="12696" cy="761"/>
            </a:xfrm>
            <a:custGeom>
              <a:rect b="b" l="l" r="r" t="t"/>
              <a:pathLst>
                <a:path extrusionOk="0" h="761" w="12696">
                  <a:moveTo>
                    <a:pt x="0" y="762"/>
                  </a:moveTo>
                  <a:lnTo>
                    <a:pt x="0" y="0"/>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59" name="Google Shape;159;p89"/>
            <p:cNvSpPr/>
            <p:nvPr/>
          </p:nvSpPr>
          <p:spPr>
            <a:xfrm>
              <a:off x="8694787" y="855746"/>
              <a:ext cx="253936" cy="211400"/>
            </a:xfrm>
            <a:custGeom>
              <a:rect b="b" l="l" r="r" t="t"/>
              <a:pathLst>
                <a:path extrusionOk="0" h="211400" w="253936">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0" name="Google Shape;160;p89"/>
            <p:cNvSpPr/>
            <p:nvPr/>
          </p:nvSpPr>
          <p:spPr>
            <a:xfrm>
              <a:off x="5051688" y="-39118"/>
              <a:ext cx="3638910" cy="1108170"/>
            </a:xfrm>
            <a:custGeom>
              <a:rect b="b" l="l" r="r" t="t"/>
              <a:pathLst>
                <a:path extrusionOk="0" h="1108170" w="363891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1" name="Google Shape;161;p89"/>
            <p:cNvSpPr/>
            <p:nvPr/>
          </p:nvSpPr>
          <p:spPr>
            <a:xfrm>
              <a:off x="8696245" y="1065369"/>
              <a:ext cx="66" cy="761"/>
            </a:xfrm>
            <a:custGeom>
              <a:rect b="b" l="l" r="r" t="t"/>
              <a:pathLst>
                <a:path extrusionOk="0" h="761" w="66">
                  <a:moveTo>
                    <a:pt x="66" y="0"/>
                  </a:moveTo>
                  <a:lnTo>
                    <a:pt x="66" y="762"/>
                  </a:lnTo>
                  <a:lnTo>
                    <a:pt x="66" y="762"/>
                  </a:lnTo>
                  <a:cubicBezTo>
                    <a:pt x="-22" y="521"/>
                    <a:pt x="-22" y="241"/>
                    <a:pt x="6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2" name="Google Shape;162;p89"/>
            <p:cNvSpPr/>
            <p:nvPr/>
          </p:nvSpPr>
          <p:spPr>
            <a:xfrm>
              <a:off x="8685011" y="445262"/>
              <a:ext cx="10537" cy="624171"/>
            </a:xfrm>
            <a:custGeom>
              <a:rect b="b" l="l" r="r" t="t"/>
              <a:pathLst>
                <a:path extrusionOk="0" h="624171" w="10537">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3" name="Google Shape;163;p89"/>
            <p:cNvSpPr/>
            <p:nvPr/>
          </p:nvSpPr>
          <p:spPr>
            <a:xfrm>
              <a:off x="7164989" y="-12695"/>
              <a:ext cx="1525737" cy="460751"/>
            </a:xfrm>
            <a:custGeom>
              <a:rect b="b" l="l" r="r" t="t"/>
              <a:pathLst>
                <a:path extrusionOk="0" h="460751" w="1525737">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4" name="Google Shape;164;p89"/>
            <p:cNvSpPr/>
            <p:nvPr/>
          </p:nvSpPr>
          <p:spPr>
            <a:xfrm>
              <a:off x="8948851" y="233481"/>
              <a:ext cx="12696" cy="12696"/>
            </a:xfrm>
            <a:custGeom>
              <a:rect b="b" l="l" r="r" t="t"/>
              <a:pathLst>
                <a:path extrusionOk="0" h="12696" w="12696">
                  <a:moveTo>
                    <a:pt x="0" y="0"/>
                  </a:move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5" name="Google Shape;165;p89"/>
            <p:cNvSpPr/>
            <p:nvPr/>
          </p:nvSpPr>
          <p:spPr>
            <a:xfrm>
              <a:off x="8949994" y="234877"/>
              <a:ext cx="12696" cy="888"/>
            </a:xfrm>
            <a:custGeom>
              <a:rect b="b" l="l" r="r" t="t"/>
              <a:pathLst>
                <a:path extrusionOk="0" h="888" w="12696">
                  <a:moveTo>
                    <a:pt x="0" y="889"/>
                  </a:moveTo>
                  <a:lnTo>
                    <a:pt x="0" y="889"/>
                  </a:lnTo>
                  <a:cubicBezTo>
                    <a:pt x="0" y="889"/>
                    <a:pt x="0" y="889"/>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6" name="Google Shape;166;p89"/>
            <p:cNvSpPr/>
            <p:nvPr/>
          </p:nvSpPr>
          <p:spPr>
            <a:xfrm>
              <a:off x="8947073" y="232719"/>
              <a:ext cx="762" cy="12696"/>
            </a:xfrm>
            <a:custGeom>
              <a:rect b="b" l="l" r="r" t="t"/>
              <a:pathLst>
                <a:path extrusionOk="0" h="12696" w="762">
                  <a:moveTo>
                    <a:pt x="763" y="0"/>
                  </a:moveTo>
                  <a:lnTo>
                    <a:pt x="763"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7" name="Google Shape;167;p89"/>
            <p:cNvSpPr/>
            <p:nvPr/>
          </p:nvSpPr>
          <p:spPr>
            <a:xfrm>
              <a:off x="8685923" y="239448"/>
              <a:ext cx="253532" cy="208702"/>
            </a:xfrm>
            <a:custGeom>
              <a:rect b="b" l="l" r="r" t="t"/>
              <a:pathLst>
                <a:path extrusionOk="0" h="208702" w="25353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8" name="Google Shape;168;p89"/>
            <p:cNvSpPr/>
            <p:nvPr/>
          </p:nvSpPr>
          <p:spPr>
            <a:xfrm>
              <a:off x="8950375" y="397522"/>
              <a:ext cx="389665" cy="125316"/>
            </a:xfrm>
            <a:custGeom>
              <a:rect b="b" l="l" r="r" t="t"/>
              <a:pathLst>
                <a:path extrusionOk="0" h="125316" w="389665">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69" name="Google Shape;169;p89"/>
            <p:cNvSpPr/>
            <p:nvPr/>
          </p:nvSpPr>
          <p:spPr>
            <a:xfrm>
              <a:off x="9725389" y="226244"/>
              <a:ext cx="10791" cy="266630"/>
            </a:xfrm>
            <a:custGeom>
              <a:rect b="b" l="l" r="r" t="t"/>
              <a:pathLst>
                <a:path extrusionOk="0" h="266630" w="10791">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0" name="Google Shape;170;p89"/>
            <p:cNvSpPr/>
            <p:nvPr/>
          </p:nvSpPr>
          <p:spPr>
            <a:xfrm>
              <a:off x="8928349" y="-12696"/>
              <a:ext cx="802500" cy="241733"/>
            </a:xfrm>
            <a:custGeom>
              <a:rect b="b" l="l" r="r" t="t"/>
              <a:pathLst>
                <a:path extrusionOk="0" h="241733" w="802500">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1" name="Google Shape;171;p89"/>
            <p:cNvSpPr/>
            <p:nvPr/>
          </p:nvSpPr>
          <p:spPr>
            <a:xfrm>
              <a:off x="9731483" y="228021"/>
              <a:ext cx="3301" cy="1269"/>
            </a:xfrm>
            <a:custGeom>
              <a:rect b="b" l="l" r="r" t="t"/>
              <a:pathLst>
                <a:path extrusionOk="0" h="1269" w="3301">
                  <a:moveTo>
                    <a:pt x="0" y="1270"/>
                  </a:moveTo>
                  <a:cubicBezTo>
                    <a:pt x="1219" y="1257"/>
                    <a:pt x="2387" y="800"/>
                    <a:pt x="3301" y="0"/>
                  </a:cubicBezTo>
                  <a:cubicBezTo>
                    <a:pt x="2361" y="775"/>
                    <a:pt x="1206" y="1219"/>
                    <a:pt x="0" y="127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2" name="Google Shape;172;p89"/>
            <p:cNvSpPr/>
            <p:nvPr/>
          </p:nvSpPr>
          <p:spPr>
            <a:xfrm>
              <a:off x="10057157" y="-45212"/>
              <a:ext cx="10792" cy="401723"/>
            </a:xfrm>
            <a:custGeom>
              <a:rect b="b" l="l" r="r" t="t"/>
              <a:pathLst>
                <a:path extrusionOk="0" h="401723" w="10792">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3" name="Google Shape;173;p89"/>
            <p:cNvSpPr/>
            <p:nvPr/>
          </p:nvSpPr>
          <p:spPr>
            <a:xfrm>
              <a:off x="9725613" y="-50037"/>
              <a:ext cx="342397" cy="278819"/>
            </a:xfrm>
            <a:custGeom>
              <a:rect b="b" l="l" r="r" t="t"/>
              <a:pathLst>
                <a:path extrusionOk="0" h="278819" w="342397">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4" name="Google Shape;174;p89"/>
            <p:cNvSpPr/>
            <p:nvPr/>
          </p:nvSpPr>
          <p:spPr>
            <a:xfrm>
              <a:off x="10803222" y="89626"/>
              <a:ext cx="1276793" cy="415944"/>
            </a:xfrm>
            <a:custGeom>
              <a:rect b="b" l="l" r="r" t="t"/>
              <a:pathLst>
                <a:path extrusionOk="0" h="415944" w="1276793">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5" name="Google Shape;175;p89"/>
            <p:cNvSpPr/>
            <p:nvPr/>
          </p:nvSpPr>
          <p:spPr>
            <a:xfrm>
              <a:off x="12075222" y="89754"/>
              <a:ext cx="10633" cy="410357"/>
            </a:xfrm>
            <a:custGeom>
              <a:rect b="b" l="l" r="r" t="t"/>
              <a:pathLst>
                <a:path extrusionOk="0" h="410357" w="10633">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6" name="Google Shape;176;p89"/>
            <p:cNvSpPr/>
            <p:nvPr/>
          </p:nvSpPr>
          <p:spPr>
            <a:xfrm>
              <a:off x="12076333" y="88992"/>
              <a:ext cx="634" cy="634"/>
            </a:xfrm>
            <a:custGeom>
              <a:rect b="b" l="l" r="r" t="t"/>
              <a:pathLst>
                <a:path extrusionOk="0" h="634" w="634">
                  <a:moveTo>
                    <a:pt x="635"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7" name="Google Shape;177;p89"/>
            <p:cNvSpPr/>
            <p:nvPr/>
          </p:nvSpPr>
          <p:spPr>
            <a:xfrm>
              <a:off x="12077095" y="-10169"/>
              <a:ext cx="114652" cy="94336"/>
            </a:xfrm>
            <a:custGeom>
              <a:rect b="b" l="l" r="r" t="t"/>
              <a:pathLst>
                <a:path extrusionOk="0" h="94336" w="114652">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8" name="Google Shape;178;p89"/>
            <p:cNvSpPr/>
            <p:nvPr/>
          </p:nvSpPr>
          <p:spPr>
            <a:xfrm>
              <a:off x="10472343" y="-445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79" name="Google Shape;179;p89"/>
            <p:cNvSpPr/>
            <p:nvPr/>
          </p:nvSpPr>
          <p:spPr>
            <a:xfrm>
              <a:off x="10474619" y="-7757"/>
              <a:ext cx="56" cy="888"/>
            </a:xfrm>
            <a:custGeom>
              <a:rect b="b" l="l" r="r" t="t"/>
              <a:pathLst>
                <a:path extrusionOk="0" h="888" w="56">
                  <a:moveTo>
                    <a:pt x="10" y="762"/>
                  </a:moveTo>
                  <a:cubicBezTo>
                    <a:pt x="73" y="508"/>
                    <a:pt x="73" y="254"/>
                    <a:pt x="10" y="0"/>
                  </a:cubicBezTo>
                  <a:cubicBezTo>
                    <a:pt x="-3" y="292"/>
                    <a:pt x="-3" y="597"/>
                    <a:pt x="1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0" name="Google Shape;180;p89"/>
            <p:cNvSpPr/>
            <p:nvPr/>
          </p:nvSpPr>
          <p:spPr>
            <a:xfrm>
              <a:off x="7815659" y="1046958"/>
              <a:ext cx="38979" cy="36947"/>
            </a:xfrm>
            <a:custGeom>
              <a:rect b="b" l="l" r="r" t="t"/>
              <a:pathLst>
                <a:path extrusionOk="0" h="36947" w="38979">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1" name="Google Shape;181;p89"/>
            <p:cNvSpPr/>
            <p:nvPr/>
          </p:nvSpPr>
          <p:spPr>
            <a:xfrm>
              <a:off x="7804867" y="876188"/>
              <a:ext cx="10792" cy="204670"/>
            </a:xfrm>
            <a:custGeom>
              <a:rect b="b" l="l" r="r" t="t"/>
              <a:pathLst>
                <a:path extrusionOk="0" h="204670" w="10792">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2" name="Google Shape;182;p89"/>
            <p:cNvSpPr/>
            <p:nvPr/>
          </p:nvSpPr>
          <p:spPr>
            <a:xfrm>
              <a:off x="7263347" y="705544"/>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3" name="Google Shape;183;p89"/>
            <p:cNvSpPr/>
            <p:nvPr/>
          </p:nvSpPr>
          <p:spPr>
            <a:xfrm>
              <a:off x="7266395" y="70478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4" name="Google Shape;184;p89"/>
            <p:cNvSpPr/>
            <p:nvPr/>
          </p:nvSpPr>
          <p:spPr>
            <a:xfrm>
              <a:off x="7264363" y="705544"/>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5" name="Google Shape;185;p89"/>
            <p:cNvSpPr/>
            <p:nvPr/>
          </p:nvSpPr>
          <p:spPr>
            <a:xfrm>
              <a:off x="7268426" y="715194"/>
              <a:ext cx="540631" cy="160740"/>
            </a:xfrm>
            <a:custGeom>
              <a:rect b="b" l="l" r="r" t="t"/>
              <a:pathLst>
                <a:path extrusionOk="0" h="160740" w="540631">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6" name="Google Shape;186;p89"/>
            <p:cNvSpPr/>
            <p:nvPr/>
          </p:nvSpPr>
          <p:spPr>
            <a:xfrm>
              <a:off x="7854004" y="84012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7" name="Google Shape;187;p89"/>
            <p:cNvSpPr/>
            <p:nvPr/>
          </p:nvSpPr>
          <p:spPr>
            <a:xfrm>
              <a:off x="7854512" y="841272"/>
              <a:ext cx="47" cy="761"/>
            </a:xfrm>
            <a:custGeom>
              <a:rect b="b" l="l" r="r" t="t"/>
              <a:pathLst>
                <a:path extrusionOk="0" h="761" w="47">
                  <a:moveTo>
                    <a:pt x="0" y="762"/>
                  </a:moveTo>
                  <a:cubicBezTo>
                    <a:pt x="64" y="508"/>
                    <a:pt x="64" y="254"/>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8" name="Google Shape;188;p89"/>
            <p:cNvSpPr/>
            <p:nvPr/>
          </p:nvSpPr>
          <p:spPr>
            <a:xfrm>
              <a:off x="7851592" y="838733"/>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89" name="Google Shape;189;p89"/>
            <p:cNvSpPr/>
            <p:nvPr/>
          </p:nvSpPr>
          <p:spPr>
            <a:xfrm>
              <a:off x="7263347" y="705496"/>
              <a:ext cx="888" cy="47"/>
            </a:xfrm>
            <a:custGeom>
              <a:rect b="b" l="l" r="r" t="t"/>
              <a:pathLst>
                <a:path extrusionOk="0" h="47" w="888">
                  <a:moveTo>
                    <a:pt x="889" y="48"/>
                  </a:moveTo>
                  <a:lnTo>
                    <a:pt x="889" y="48"/>
                  </a:lnTo>
                  <a:cubicBezTo>
                    <a:pt x="597" y="-16"/>
                    <a:pt x="292" y="-16"/>
                    <a:pt x="0" y="48"/>
                  </a:cubicBezTo>
                  <a:lnTo>
                    <a:pt x="0" y="48"/>
                  </a:lnTo>
                  <a:cubicBezTo>
                    <a:pt x="292" y="-3"/>
                    <a:pt x="597" y="-3"/>
                    <a:pt x="889" y="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0" name="Google Shape;190;p89"/>
            <p:cNvSpPr/>
            <p:nvPr/>
          </p:nvSpPr>
          <p:spPr>
            <a:xfrm>
              <a:off x="7265125" y="705544"/>
              <a:ext cx="1143" cy="12696"/>
            </a:xfrm>
            <a:custGeom>
              <a:rect b="b" l="l" r="r" t="t"/>
              <a:pathLst>
                <a:path extrusionOk="0" h="12696" w="1143">
                  <a:moveTo>
                    <a:pt x="1016" y="0"/>
                  </a:moveTo>
                  <a:lnTo>
                    <a:pt x="0" y="0"/>
                  </a:lnTo>
                  <a:lnTo>
                    <a:pt x="11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1" name="Google Shape;191;p89"/>
            <p:cNvSpPr/>
            <p:nvPr/>
          </p:nvSpPr>
          <p:spPr>
            <a:xfrm>
              <a:off x="7267538" y="705544"/>
              <a:ext cx="583037" cy="139663"/>
            </a:xfrm>
            <a:custGeom>
              <a:rect b="b" l="l" r="r" t="t"/>
              <a:pathLst>
                <a:path extrusionOk="0" h="139663" w="583037">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2" name="Google Shape;192;p89"/>
            <p:cNvSpPr/>
            <p:nvPr/>
          </p:nvSpPr>
          <p:spPr>
            <a:xfrm>
              <a:off x="7849179" y="837463"/>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3" name="Google Shape;193;p89"/>
            <p:cNvSpPr/>
            <p:nvPr/>
          </p:nvSpPr>
          <p:spPr>
            <a:xfrm>
              <a:off x="7850576" y="837971"/>
              <a:ext cx="888" cy="12696"/>
            </a:xfrm>
            <a:custGeom>
              <a:rect b="b" l="l" r="r" t="t"/>
              <a:pathLst>
                <a:path extrusionOk="0" h="12696" w="888">
                  <a:moveTo>
                    <a:pt x="889"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4" name="Google Shape;194;p89"/>
            <p:cNvSpPr/>
            <p:nvPr/>
          </p:nvSpPr>
          <p:spPr>
            <a:xfrm>
              <a:off x="7843338" y="841653"/>
              <a:ext cx="10030" cy="212417"/>
            </a:xfrm>
            <a:custGeom>
              <a:rect b="b" l="l" r="r" t="t"/>
              <a:pathLst>
                <a:path extrusionOk="0" h="212417" w="10030">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5" name="Google Shape;195;p89"/>
            <p:cNvSpPr/>
            <p:nvPr/>
          </p:nvSpPr>
          <p:spPr>
            <a:xfrm>
              <a:off x="7854258" y="84063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6" name="Google Shape;196;p89"/>
            <p:cNvSpPr/>
            <p:nvPr/>
          </p:nvSpPr>
          <p:spPr>
            <a:xfrm>
              <a:off x="7853115" y="83898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7" name="Google Shape;197;p89"/>
            <p:cNvSpPr/>
            <p:nvPr/>
          </p:nvSpPr>
          <p:spPr>
            <a:xfrm>
              <a:off x="7806645" y="837463"/>
              <a:ext cx="48317" cy="38597"/>
            </a:xfrm>
            <a:custGeom>
              <a:rect b="b" l="l" r="r" t="t"/>
              <a:pathLst>
                <a:path extrusionOk="0" h="38597" w="4831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8" name="Google Shape;198;p89"/>
            <p:cNvSpPr/>
            <p:nvPr/>
          </p:nvSpPr>
          <p:spPr>
            <a:xfrm>
              <a:off x="9147430" y="1283498"/>
              <a:ext cx="1254319" cy="376203"/>
            </a:xfrm>
            <a:custGeom>
              <a:rect b="b" l="l" r="r" t="t"/>
              <a:pathLst>
                <a:path extrusionOk="0" h="376203" w="1254319">
                  <a:moveTo>
                    <a:pt x="1254319" y="368585"/>
                  </a:moveTo>
                  <a:lnTo>
                    <a:pt x="94083" y="18791"/>
                  </a:lnTo>
                  <a:lnTo>
                    <a:pt x="0" y="0"/>
                  </a:lnTo>
                  <a:lnTo>
                    <a:pt x="0" y="0"/>
                  </a:lnTo>
                  <a:lnTo>
                    <a:pt x="1245812" y="376203"/>
                  </a:lnTo>
                  <a:lnTo>
                    <a:pt x="1252796" y="37061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99" name="Google Shape;199;p89"/>
            <p:cNvSpPr/>
            <p:nvPr/>
          </p:nvSpPr>
          <p:spPr>
            <a:xfrm>
              <a:off x="10398829" y="1549367"/>
              <a:ext cx="141315" cy="107287"/>
            </a:xfrm>
            <a:custGeom>
              <a:rect b="b" l="l" r="r" t="t"/>
              <a:pathLst>
                <a:path extrusionOk="0" h="107287" w="141315">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0" name="Google Shape;200;p89"/>
            <p:cNvSpPr/>
            <p:nvPr/>
          </p:nvSpPr>
          <p:spPr>
            <a:xfrm>
              <a:off x="6533534" y="1657543"/>
              <a:ext cx="12696" cy="12696"/>
            </a:xfrm>
            <a:custGeom>
              <a:rect b="b" l="l" r="r" t="t"/>
              <a:pathLst>
                <a:path extrusionOk="0" h="12696" w="12696">
                  <a:moveTo>
                    <a:pt x="0" y="0"/>
                  </a:moveTo>
                  <a:lnTo>
                    <a:pt x="0" y="0"/>
                  </a:ln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1" name="Google Shape;201;p89"/>
            <p:cNvSpPr/>
            <p:nvPr/>
          </p:nvSpPr>
          <p:spPr>
            <a:xfrm>
              <a:off x="6538232" y="1559397"/>
              <a:ext cx="55866" cy="95352"/>
            </a:xfrm>
            <a:custGeom>
              <a:rect b="b" l="l" r="r" t="t"/>
              <a:pathLst>
                <a:path extrusionOk="0" h="95352" w="55866">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2" name="Google Shape;202;p89"/>
            <p:cNvSpPr/>
            <p:nvPr/>
          </p:nvSpPr>
          <p:spPr>
            <a:xfrm>
              <a:off x="6533534" y="1657543"/>
              <a:ext cx="12696" cy="12696"/>
            </a:xfrm>
            <a:custGeom>
              <a:rect b="b" l="l" r="r" t="t"/>
              <a:pathLst>
                <a:path extrusionOk="0" h="12696" w="12696">
                  <a:moveTo>
                    <a:pt x="0" y="0"/>
                  </a:move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3" name="Google Shape;203;p89"/>
            <p:cNvSpPr/>
            <p:nvPr/>
          </p:nvSpPr>
          <p:spPr>
            <a:xfrm>
              <a:off x="5723731" y="1513308"/>
              <a:ext cx="809803" cy="144494"/>
            </a:xfrm>
            <a:custGeom>
              <a:rect b="b" l="l" r="r" t="t"/>
              <a:pathLst>
                <a:path extrusionOk="0" h="144494" w="809803">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4" name="Google Shape;204;p89"/>
            <p:cNvSpPr/>
            <p:nvPr/>
          </p:nvSpPr>
          <p:spPr>
            <a:xfrm>
              <a:off x="6538867" y="1653480"/>
              <a:ext cx="12696" cy="634"/>
            </a:xfrm>
            <a:custGeom>
              <a:rect b="b" l="l" r="r" t="t"/>
              <a:pathLst>
                <a:path extrusionOk="0" h="634" w="12696">
                  <a:moveTo>
                    <a:pt x="0" y="0"/>
                  </a:moveTo>
                  <a:lnTo>
                    <a:pt x="0" y="0"/>
                  </a:lnTo>
                  <a:cubicBezTo>
                    <a:pt x="0" y="0"/>
                    <a:pt x="0" y="0"/>
                    <a:pt x="0"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5" name="Google Shape;205;p89"/>
            <p:cNvSpPr/>
            <p:nvPr/>
          </p:nvSpPr>
          <p:spPr>
            <a:xfrm>
              <a:off x="5720372" y="1411608"/>
              <a:ext cx="56" cy="888"/>
            </a:xfrm>
            <a:custGeom>
              <a:rect b="b" l="l" r="r" t="t"/>
              <a:pathLst>
                <a:path extrusionOk="0" h="888" w="56">
                  <a:moveTo>
                    <a:pt x="57" y="0"/>
                  </a:moveTo>
                  <a:cubicBezTo>
                    <a:pt x="-19" y="292"/>
                    <a:pt x="-19" y="597"/>
                    <a:pt x="57" y="889"/>
                  </a:cubicBezTo>
                  <a:lnTo>
                    <a:pt x="57" y="88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6" name="Google Shape;206;p89"/>
            <p:cNvSpPr/>
            <p:nvPr/>
          </p:nvSpPr>
          <p:spPr>
            <a:xfrm>
              <a:off x="5720645" y="1414274"/>
              <a:ext cx="9941" cy="107336"/>
            </a:xfrm>
            <a:custGeom>
              <a:rect b="b" l="l" r="r" t="t"/>
              <a:pathLst>
                <a:path extrusionOk="0" h="107336" w="9941">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7" name="Google Shape;207;p89"/>
            <p:cNvSpPr/>
            <p:nvPr/>
          </p:nvSpPr>
          <p:spPr>
            <a:xfrm>
              <a:off x="5719826" y="1413005"/>
              <a:ext cx="95" cy="1650"/>
            </a:xfrm>
            <a:custGeom>
              <a:rect b="b" l="l" r="r" t="t"/>
              <a:pathLst>
                <a:path extrusionOk="0" h="1650" w="95">
                  <a:moveTo>
                    <a:pt x="95" y="0"/>
                  </a:moveTo>
                  <a:lnTo>
                    <a:pt x="95" y="1651"/>
                  </a:lnTo>
                  <a:cubicBezTo>
                    <a:pt x="-32" y="1105"/>
                    <a:pt x="-32" y="546"/>
                    <a:pt x="95"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8" name="Google Shape;208;p89"/>
            <p:cNvSpPr/>
            <p:nvPr/>
          </p:nvSpPr>
          <p:spPr>
            <a:xfrm>
              <a:off x="5722334" y="1417956"/>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9" name="Google Shape;209;p89"/>
            <p:cNvSpPr/>
            <p:nvPr/>
          </p:nvSpPr>
          <p:spPr>
            <a:xfrm>
              <a:off x="5720683" y="1303051"/>
              <a:ext cx="82275" cy="108175"/>
            </a:xfrm>
            <a:custGeom>
              <a:rect b="b" l="l" r="r" t="t"/>
              <a:pathLst>
                <a:path extrusionOk="0" h="108175" w="822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0" name="Google Shape;210;p89"/>
            <p:cNvSpPr/>
            <p:nvPr/>
          </p:nvSpPr>
          <p:spPr>
            <a:xfrm>
              <a:off x="6592955" y="145338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1" name="Google Shape;211;p89"/>
            <p:cNvSpPr/>
            <p:nvPr/>
          </p:nvSpPr>
          <p:spPr>
            <a:xfrm>
              <a:off x="6595368" y="1456681"/>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2" name="Google Shape;212;p89"/>
            <p:cNvSpPr/>
            <p:nvPr/>
          </p:nvSpPr>
          <p:spPr>
            <a:xfrm>
              <a:off x="6594225" y="145465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3" name="Google Shape;213;p89"/>
            <p:cNvSpPr/>
            <p:nvPr/>
          </p:nvSpPr>
          <p:spPr>
            <a:xfrm>
              <a:off x="5794960" y="1302543"/>
              <a:ext cx="795328" cy="158074"/>
            </a:xfrm>
            <a:custGeom>
              <a:rect b="b" l="l" r="r" t="t"/>
              <a:pathLst>
                <a:path extrusionOk="0" h="158074" w="795328">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4" name="Google Shape;214;p89"/>
            <p:cNvSpPr/>
            <p:nvPr/>
          </p:nvSpPr>
          <p:spPr>
            <a:xfrm>
              <a:off x="6591050" y="1452745"/>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5" name="Google Shape;215;p89"/>
            <p:cNvSpPr/>
            <p:nvPr/>
          </p:nvSpPr>
          <p:spPr>
            <a:xfrm>
              <a:off x="6593463" y="1453888"/>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6" name="Google Shape;216;p89"/>
            <p:cNvSpPr/>
            <p:nvPr/>
          </p:nvSpPr>
          <p:spPr>
            <a:xfrm>
              <a:off x="6585210" y="1456554"/>
              <a:ext cx="10433" cy="109070"/>
            </a:xfrm>
            <a:custGeom>
              <a:rect b="b" l="l" r="r" t="t"/>
              <a:pathLst>
                <a:path extrusionOk="0" h="109070" w="10433">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7" name="Google Shape;217;p89"/>
            <p:cNvSpPr/>
            <p:nvPr/>
          </p:nvSpPr>
          <p:spPr>
            <a:xfrm>
              <a:off x="6594479" y="1454903"/>
              <a:ext cx="47" cy="635"/>
            </a:xfrm>
            <a:custGeom>
              <a:rect b="b" l="l" r="r" t="t"/>
              <a:pathLst>
                <a:path extrusionOk="0" h="635" w="47">
                  <a:moveTo>
                    <a:pt x="0" y="635"/>
                  </a:moveTo>
                  <a:cubicBezTo>
                    <a:pt x="64" y="432"/>
                    <a:pt x="64" y="203"/>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8" name="Google Shape;218;p89"/>
            <p:cNvSpPr/>
            <p:nvPr/>
          </p:nvSpPr>
          <p:spPr>
            <a:xfrm>
              <a:off x="6589527" y="145223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9" name="Google Shape;219;p89"/>
            <p:cNvSpPr/>
            <p:nvPr/>
          </p:nvSpPr>
          <p:spPr>
            <a:xfrm>
              <a:off x="6530995" y="1451095"/>
              <a:ext cx="61856" cy="95733"/>
            </a:xfrm>
            <a:custGeom>
              <a:rect b="b" l="l" r="r" t="t"/>
              <a:pathLst>
                <a:path extrusionOk="0" h="95733" w="61856">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0" name="Google Shape;220;p89"/>
            <p:cNvSpPr/>
            <p:nvPr/>
          </p:nvSpPr>
          <p:spPr>
            <a:xfrm>
              <a:off x="6528202" y="1550002"/>
              <a:ext cx="10712" cy="108558"/>
            </a:xfrm>
            <a:custGeom>
              <a:rect b="b" l="l" r="r" t="t"/>
              <a:pathLst>
                <a:path extrusionOk="0" h="108558" w="10712">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1" name="Google Shape;221;p89"/>
            <p:cNvSpPr/>
            <p:nvPr/>
          </p:nvSpPr>
          <p:spPr>
            <a:xfrm>
              <a:off x="5719921" y="1409865"/>
              <a:ext cx="818231" cy="143695"/>
            </a:xfrm>
            <a:custGeom>
              <a:rect b="b" l="l" r="r" t="t"/>
              <a:pathLst>
                <a:path extrusionOk="0" h="143695" w="818231">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2" name="Google Shape;222;p89"/>
            <p:cNvSpPr/>
            <p:nvPr/>
          </p:nvSpPr>
          <p:spPr>
            <a:xfrm>
              <a:off x="4083936" y="983729"/>
              <a:ext cx="175216" cy="148170"/>
            </a:xfrm>
            <a:custGeom>
              <a:rect b="b" l="l" r="r" t="t"/>
              <a:pathLst>
                <a:path extrusionOk="0" h="148170" w="175216">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3" name="Google Shape;223;p89"/>
            <p:cNvSpPr/>
            <p:nvPr/>
          </p:nvSpPr>
          <p:spPr>
            <a:xfrm>
              <a:off x="4085332" y="1130249"/>
              <a:ext cx="12696" cy="761"/>
            </a:xfrm>
            <a:custGeom>
              <a:rect b="b" l="l" r="r" t="t"/>
              <a:pathLst>
                <a:path extrusionOk="0" h="761" w="12696">
                  <a:moveTo>
                    <a:pt x="0" y="0"/>
                  </a:moveTo>
                  <a:lnTo>
                    <a:pt x="0" y="0"/>
                  </a:lnTo>
                  <a:cubicBezTo>
                    <a:pt x="0" y="0"/>
                    <a:pt x="0" y="0"/>
                    <a:pt x="0" y="762"/>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4" name="Google Shape;224;p89"/>
            <p:cNvSpPr/>
            <p:nvPr/>
          </p:nvSpPr>
          <p:spPr>
            <a:xfrm>
              <a:off x="5716" y="100673"/>
              <a:ext cx="4074411" cy="1033011"/>
            </a:xfrm>
            <a:custGeom>
              <a:rect b="b" l="l" r="r" t="t"/>
              <a:pathLst>
                <a:path extrusionOk="0" h="1033011" w="40744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5" name="Google Shape;225;p89"/>
            <p:cNvSpPr/>
            <p:nvPr/>
          </p:nvSpPr>
          <p:spPr>
            <a:xfrm>
              <a:off x="4074794" y="1027406"/>
              <a:ext cx="10538" cy="106531"/>
            </a:xfrm>
            <a:custGeom>
              <a:rect b="b" l="l" r="r" t="t"/>
              <a:pathLst>
                <a:path extrusionOk="0" h="106531" w="10538">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6" name="Google Shape;226;p89"/>
            <p:cNvSpPr/>
            <p:nvPr/>
          </p:nvSpPr>
          <p:spPr>
            <a:xfrm>
              <a:off x="4080127" y="1029183"/>
              <a:ext cx="3301" cy="1142"/>
            </a:xfrm>
            <a:custGeom>
              <a:rect b="b" l="l" r="r" t="t"/>
              <a:pathLst>
                <a:path extrusionOk="0" h="1142" w="3301">
                  <a:moveTo>
                    <a:pt x="3301" y="0"/>
                  </a:moveTo>
                  <a:cubicBezTo>
                    <a:pt x="2336" y="698"/>
                    <a:pt x="1193" y="1092"/>
                    <a:pt x="0" y="1143"/>
                  </a:cubicBezTo>
                  <a:cubicBezTo>
                    <a:pt x="1193" y="1117"/>
                    <a:pt x="2349" y="711"/>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7" name="Google Shape;227;p89"/>
            <p:cNvSpPr/>
            <p:nvPr/>
          </p:nvSpPr>
          <p:spPr>
            <a:xfrm>
              <a:off x="5716" y="-2932"/>
              <a:ext cx="4074411" cy="1033003"/>
            </a:xfrm>
            <a:custGeom>
              <a:rect b="b" l="l" r="r" t="t"/>
              <a:pathLst>
                <a:path extrusionOk="0" h="1033003" w="4074411">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8" name="Google Shape;228;p89"/>
            <p:cNvSpPr/>
            <p:nvPr/>
          </p:nvSpPr>
          <p:spPr>
            <a:xfrm>
              <a:off x="4260930" y="879489"/>
              <a:ext cx="12696" cy="634"/>
            </a:xfrm>
            <a:custGeom>
              <a:rect b="b" l="l" r="r" t="t"/>
              <a:pathLst>
                <a:path extrusionOk="0" h="634" w="12696">
                  <a:moveTo>
                    <a:pt x="0"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29" name="Google Shape;229;p89"/>
            <p:cNvSpPr/>
            <p:nvPr/>
          </p:nvSpPr>
          <p:spPr>
            <a:xfrm>
              <a:off x="4261437" y="881266"/>
              <a:ext cx="12696" cy="761"/>
            </a:xfrm>
            <a:custGeom>
              <a:rect b="b" l="l" r="r" t="t"/>
              <a:pathLst>
                <a:path extrusionOk="0" h="761" w="12696">
                  <a:moveTo>
                    <a:pt x="0" y="762"/>
                  </a:moveTo>
                  <a:cubicBezTo>
                    <a:pt x="0" y="762"/>
                    <a:pt x="0" y="762"/>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0" name="Google Shape;230;p89"/>
            <p:cNvSpPr/>
            <p:nvPr/>
          </p:nvSpPr>
          <p:spPr>
            <a:xfrm>
              <a:off x="4258390" y="878727"/>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1" name="Google Shape;231;p89"/>
            <p:cNvSpPr/>
            <p:nvPr/>
          </p:nvSpPr>
          <p:spPr>
            <a:xfrm>
              <a:off x="678430" y="-12696"/>
              <a:ext cx="3578310" cy="897391"/>
            </a:xfrm>
            <a:custGeom>
              <a:rect b="b" l="l" r="r" t="t"/>
              <a:pathLst>
                <a:path extrusionOk="0" h="897391" w="3578310">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2" name="Google Shape;232;p89"/>
            <p:cNvSpPr/>
            <p:nvPr/>
          </p:nvSpPr>
          <p:spPr>
            <a:xfrm>
              <a:off x="4258263" y="877838"/>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3" name="Google Shape;233;p89"/>
            <p:cNvSpPr/>
            <p:nvPr/>
          </p:nvSpPr>
          <p:spPr>
            <a:xfrm>
              <a:off x="4256105" y="87745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4" name="Google Shape;234;p89"/>
            <p:cNvSpPr/>
            <p:nvPr/>
          </p:nvSpPr>
          <p:spPr>
            <a:xfrm>
              <a:off x="4261056" y="880632"/>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5" name="Google Shape;235;p89"/>
            <p:cNvSpPr/>
            <p:nvPr/>
          </p:nvSpPr>
          <p:spPr>
            <a:xfrm>
              <a:off x="4259406" y="878981"/>
              <a:ext cx="635" cy="12696"/>
            </a:xfrm>
            <a:custGeom>
              <a:rect b="b" l="l" r="r" t="t"/>
              <a:pathLst>
                <a:path extrusionOk="0" h="12696" w="635">
                  <a:moveTo>
                    <a:pt x="635" y="0"/>
                  </a:moveTo>
                  <a:lnTo>
                    <a:pt x="635"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6" name="Google Shape;236;p89"/>
            <p:cNvSpPr/>
            <p:nvPr/>
          </p:nvSpPr>
          <p:spPr>
            <a:xfrm>
              <a:off x="4250645" y="881647"/>
              <a:ext cx="10726" cy="109197"/>
            </a:xfrm>
            <a:custGeom>
              <a:rect b="b" l="l" r="r" t="t"/>
              <a:pathLst>
                <a:path extrusionOk="0" h="109197" w="10726">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7" name="Google Shape;237;p89"/>
            <p:cNvSpPr/>
            <p:nvPr/>
          </p:nvSpPr>
          <p:spPr>
            <a:xfrm>
              <a:off x="4075526" y="877457"/>
              <a:ext cx="186480" cy="152233"/>
            </a:xfrm>
            <a:custGeom>
              <a:rect b="b" l="l" r="r" t="t"/>
              <a:pathLst>
                <a:path extrusionOk="0" h="152233" w="186480">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8" name="Google Shape;238;p89"/>
            <p:cNvSpPr/>
            <p:nvPr/>
          </p:nvSpPr>
          <p:spPr>
            <a:xfrm>
              <a:off x="5459256" y="1332127"/>
              <a:ext cx="94464" cy="128236"/>
            </a:xfrm>
            <a:custGeom>
              <a:rect b="b" l="l" r="r" t="t"/>
              <a:pathLst>
                <a:path extrusionOk="0" h="128236" w="94464">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39" name="Google Shape;239;p89"/>
            <p:cNvSpPr/>
            <p:nvPr/>
          </p:nvSpPr>
          <p:spPr>
            <a:xfrm>
              <a:off x="4374058" y="1257597"/>
              <a:ext cx="1080246" cy="204416"/>
            </a:xfrm>
            <a:custGeom>
              <a:rect b="b" l="l" r="r" t="t"/>
              <a:pathLst>
                <a:path extrusionOk="0" h="204416" w="108024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0" name="Google Shape;240;p89"/>
            <p:cNvSpPr/>
            <p:nvPr/>
          </p:nvSpPr>
          <p:spPr>
            <a:xfrm>
              <a:off x="5460145" y="1458078"/>
              <a:ext cx="12696" cy="988"/>
            </a:xfrm>
            <a:custGeom>
              <a:rect b="b" l="l" r="r" t="t"/>
              <a:pathLst>
                <a:path extrusionOk="0" h="988" w="12696">
                  <a:moveTo>
                    <a:pt x="0" y="0"/>
                  </a:moveTo>
                  <a:lnTo>
                    <a:pt x="0" y="0"/>
                  </a:lnTo>
                  <a:cubicBezTo>
                    <a:pt x="0" y="0"/>
                    <a:pt x="0" y="0"/>
                    <a:pt x="0" y="762"/>
                  </a:cubicBezTo>
                  <a:cubicBezTo>
                    <a:pt x="0" y="1524"/>
                    <a:pt x="0" y="127"/>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1" name="Google Shape;241;p89"/>
            <p:cNvSpPr/>
            <p:nvPr/>
          </p:nvSpPr>
          <p:spPr>
            <a:xfrm>
              <a:off x="4371011" y="1155769"/>
              <a:ext cx="12696" cy="761"/>
            </a:xfrm>
            <a:custGeom>
              <a:rect b="b" l="l" r="r" t="t"/>
              <a:pathLst>
                <a:path extrusionOk="0" h="761" w="12696">
                  <a:moveTo>
                    <a:pt x="0" y="0"/>
                  </a:move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2" name="Google Shape;242;p89"/>
            <p:cNvSpPr/>
            <p:nvPr/>
          </p:nvSpPr>
          <p:spPr>
            <a:xfrm>
              <a:off x="4371687" y="1158436"/>
              <a:ext cx="9354" cy="106167"/>
            </a:xfrm>
            <a:custGeom>
              <a:rect b="b" l="l" r="r" t="t"/>
              <a:pathLst>
                <a:path extrusionOk="0" h="106167" w="9354">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3" name="Google Shape;243;p89"/>
            <p:cNvSpPr/>
            <p:nvPr/>
          </p:nvSpPr>
          <p:spPr>
            <a:xfrm>
              <a:off x="4505216" y="999473"/>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4" name="Google Shape;244;p89"/>
            <p:cNvSpPr/>
            <p:nvPr/>
          </p:nvSpPr>
          <p:spPr>
            <a:xfrm>
              <a:off x="4370374" y="1155515"/>
              <a:ext cx="256" cy="1015"/>
            </a:xfrm>
            <a:custGeom>
              <a:rect b="b" l="l" r="r" t="t"/>
              <a:pathLst>
                <a:path extrusionOk="0" h="1015" w="256">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5" name="Google Shape;245;p89"/>
            <p:cNvSpPr/>
            <p:nvPr/>
          </p:nvSpPr>
          <p:spPr>
            <a:xfrm>
              <a:off x="4371392" y="1000235"/>
              <a:ext cx="140173" cy="154772"/>
            </a:xfrm>
            <a:custGeom>
              <a:rect b="b" l="l" r="r" t="t"/>
              <a:pathLst>
                <a:path extrusionOk="0" h="154772" w="140173">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6" name="Google Shape;246;p89"/>
            <p:cNvSpPr/>
            <p:nvPr/>
          </p:nvSpPr>
          <p:spPr>
            <a:xfrm>
              <a:off x="4371646" y="1162625"/>
              <a:ext cx="635" cy="12696"/>
            </a:xfrm>
            <a:custGeom>
              <a:rect b="b" l="l" r="r" t="t"/>
              <a:pathLst>
                <a:path extrusionOk="0" h="12696" w="635">
                  <a:moveTo>
                    <a:pt x="635" y="0"/>
                  </a:moveTo>
                  <a:lnTo>
                    <a:pt x="635" y="0"/>
                  </a:lnTo>
                  <a:cubicBezTo>
                    <a:pt x="635" y="0"/>
                    <a:pt x="635"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7" name="Google Shape;247;p89"/>
            <p:cNvSpPr/>
            <p:nvPr/>
          </p:nvSpPr>
          <p:spPr>
            <a:xfrm>
              <a:off x="5554228" y="122776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8" name="Google Shape;248;p89"/>
            <p:cNvSpPr/>
            <p:nvPr/>
          </p:nvSpPr>
          <p:spPr>
            <a:xfrm>
              <a:off x="5554228" y="1229664"/>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49" name="Google Shape;249;p89"/>
            <p:cNvSpPr/>
            <p:nvPr/>
          </p:nvSpPr>
          <p:spPr>
            <a:xfrm>
              <a:off x="5552704" y="122610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0" name="Google Shape;250;p89"/>
            <p:cNvSpPr/>
            <p:nvPr/>
          </p:nvSpPr>
          <p:spPr>
            <a:xfrm>
              <a:off x="4504217" y="997483"/>
              <a:ext cx="1046074" cy="234974"/>
            </a:xfrm>
            <a:custGeom>
              <a:rect b="b" l="l" r="r" t="t"/>
              <a:pathLst>
                <a:path extrusionOk="0" h="234974" w="10460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1" name="Google Shape;251;p89"/>
            <p:cNvSpPr/>
            <p:nvPr/>
          </p:nvSpPr>
          <p:spPr>
            <a:xfrm>
              <a:off x="5550927" y="1226033"/>
              <a:ext cx="888" cy="76"/>
            </a:xfrm>
            <a:custGeom>
              <a:rect b="b" l="l" r="r" t="t"/>
              <a:pathLst>
                <a:path extrusionOk="0" h="76" w="888">
                  <a:moveTo>
                    <a:pt x="889" y="76"/>
                  </a:moveTo>
                  <a:cubicBezTo>
                    <a:pt x="597" y="-25"/>
                    <a:pt x="292" y="-25"/>
                    <a:pt x="0" y="76"/>
                  </a:cubicBezTo>
                  <a:lnTo>
                    <a:pt x="0" y="76"/>
                  </a:lnTo>
                  <a:cubicBezTo>
                    <a:pt x="292" y="0"/>
                    <a:pt x="597" y="0"/>
                    <a:pt x="889" y="7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2" name="Google Shape;252;p89"/>
            <p:cNvSpPr/>
            <p:nvPr/>
          </p:nvSpPr>
          <p:spPr>
            <a:xfrm>
              <a:off x="5543436" y="1229537"/>
              <a:ext cx="10800" cy="108798"/>
            </a:xfrm>
            <a:custGeom>
              <a:rect b="b" l="l" r="r" t="t"/>
              <a:pathLst>
                <a:path extrusionOk="0" h="108798" w="10800">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3" name="Google Shape;253;p89"/>
            <p:cNvSpPr/>
            <p:nvPr/>
          </p:nvSpPr>
          <p:spPr>
            <a:xfrm>
              <a:off x="5552704" y="1226363"/>
              <a:ext cx="634" cy="635"/>
            </a:xfrm>
            <a:custGeom>
              <a:rect b="b" l="l" r="r" t="t"/>
              <a:pathLst>
                <a:path extrusionOk="0" h="635" w="634">
                  <a:moveTo>
                    <a:pt x="635"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4" name="Google Shape;254;p89"/>
            <p:cNvSpPr/>
            <p:nvPr/>
          </p:nvSpPr>
          <p:spPr>
            <a:xfrm>
              <a:off x="5549276" y="1225093"/>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5" name="Google Shape;255;p89"/>
            <p:cNvSpPr/>
            <p:nvPr/>
          </p:nvSpPr>
          <p:spPr>
            <a:xfrm>
              <a:off x="5554228" y="1227760"/>
              <a:ext cx="12696" cy="888"/>
            </a:xfrm>
            <a:custGeom>
              <a:rect b="b" l="l" r="r" t="t"/>
              <a:pathLst>
                <a:path extrusionOk="0" h="888" w="12696">
                  <a:moveTo>
                    <a:pt x="0" y="889"/>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6" name="Google Shape;256;p89"/>
            <p:cNvSpPr/>
            <p:nvPr/>
          </p:nvSpPr>
          <p:spPr>
            <a:xfrm>
              <a:off x="5452653" y="1225220"/>
              <a:ext cx="100439" cy="128871"/>
            </a:xfrm>
            <a:custGeom>
              <a:rect b="b" l="l" r="r" t="t"/>
              <a:pathLst>
                <a:path extrusionOk="0" h="128871" w="100439">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7" name="Google Shape;257;p89"/>
            <p:cNvSpPr/>
            <p:nvPr/>
          </p:nvSpPr>
          <p:spPr>
            <a:xfrm>
              <a:off x="5449479" y="1353076"/>
              <a:ext cx="10712" cy="109090"/>
            </a:xfrm>
            <a:custGeom>
              <a:rect b="b" l="l" r="r" t="t"/>
              <a:pathLst>
                <a:path extrusionOk="0" h="109090" w="10712">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8" name="Google Shape;258;p89"/>
            <p:cNvSpPr/>
            <p:nvPr/>
          </p:nvSpPr>
          <p:spPr>
            <a:xfrm>
              <a:off x="4370319" y="1153023"/>
              <a:ext cx="1089130" cy="204759"/>
            </a:xfrm>
            <a:custGeom>
              <a:rect b="b" l="l" r="r" t="t"/>
              <a:pathLst>
                <a:path extrusionOk="0" h="204759" w="1089130">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rgbClr val="468B8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59" name="Google Shape;259;p89"/>
            <p:cNvSpPr/>
            <p:nvPr/>
          </p:nvSpPr>
          <p:spPr>
            <a:xfrm>
              <a:off x="8659109" y="2038698"/>
              <a:ext cx="97638" cy="84687"/>
            </a:xfrm>
            <a:custGeom>
              <a:rect b="b" l="l" r="r" t="t"/>
              <a:pathLst>
                <a:path extrusionOk="0" h="84687" w="97638">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0" name="Google Shape;260;p89"/>
            <p:cNvSpPr/>
            <p:nvPr/>
          </p:nvSpPr>
          <p:spPr>
            <a:xfrm>
              <a:off x="8257636" y="2018257"/>
              <a:ext cx="397410" cy="106906"/>
            </a:xfrm>
            <a:custGeom>
              <a:rect b="b" l="l" r="r" t="t"/>
              <a:pathLst>
                <a:path extrusionOk="0" h="106906" w="397410">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1" name="Google Shape;261;p89"/>
            <p:cNvSpPr/>
            <p:nvPr/>
          </p:nvSpPr>
          <p:spPr>
            <a:xfrm>
              <a:off x="8660507" y="2121480"/>
              <a:ext cx="47" cy="761"/>
            </a:xfrm>
            <a:custGeom>
              <a:rect b="b" l="l" r="r" t="t"/>
              <a:pathLst>
                <a:path extrusionOk="0" h="761" w="47">
                  <a:moveTo>
                    <a:pt x="0" y="0"/>
                  </a:moveTo>
                  <a:cubicBezTo>
                    <a:pt x="0" y="0"/>
                    <a:pt x="0" y="0"/>
                    <a:pt x="0" y="0"/>
                  </a:cubicBezTo>
                  <a:cubicBezTo>
                    <a:pt x="64" y="254"/>
                    <a:pt x="64" y="508"/>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2" name="Google Shape;262;p89"/>
            <p:cNvSpPr/>
            <p:nvPr/>
          </p:nvSpPr>
          <p:spPr>
            <a:xfrm>
              <a:off x="8255605" y="191528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3" name="Google Shape;263;p89"/>
            <p:cNvSpPr/>
            <p:nvPr/>
          </p:nvSpPr>
          <p:spPr>
            <a:xfrm>
              <a:off x="8254405" y="1916810"/>
              <a:ext cx="56" cy="56"/>
            </a:xfrm>
            <a:custGeom>
              <a:rect b="b" l="l" r="r" t="t"/>
              <a:pathLst>
                <a:path extrusionOk="0" h="56" w="56">
                  <a:moveTo>
                    <a:pt x="56" y="0"/>
                  </a:moveTo>
                  <a:lnTo>
                    <a:pt x="56" y="0"/>
                  </a:lnTo>
                  <a:lnTo>
                    <a:pt x="56" y="0"/>
                  </a:lnTo>
                  <a:cubicBezTo>
                    <a:pt x="56" y="0"/>
                    <a:pt x="-71" y="127"/>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4" name="Google Shape;264;p89"/>
            <p:cNvSpPr/>
            <p:nvPr/>
          </p:nvSpPr>
          <p:spPr>
            <a:xfrm>
              <a:off x="8255303" y="1920111"/>
              <a:ext cx="9443" cy="106493"/>
            </a:xfrm>
            <a:custGeom>
              <a:rect b="b" l="l" r="r" t="t"/>
              <a:pathLst>
                <a:path extrusionOk="0" h="106493" w="944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5" name="Google Shape;265;p89"/>
            <p:cNvSpPr/>
            <p:nvPr/>
          </p:nvSpPr>
          <p:spPr>
            <a:xfrm>
              <a:off x="8649714" y="2018510"/>
              <a:ext cx="10830" cy="106277"/>
            </a:xfrm>
            <a:custGeom>
              <a:rect b="b" l="l" r="r" t="t"/>
              <a:pathLst>
                <a:path extrusionOk="0" h="106277" w="10830">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6" name="Google Shape;266;p89"/>
            <p:cNvSpPr/>
            <p:nvPr/>
          </p:nvSpPr>
          <p:spPr>
            <a:xfrm>
              <a:off x="8254334" y="1916175"/>
              <a:ext cx="12696" cy="1015"/>
            </a:xfrm>
            <a:custGeom>
              <a:rect b="b" l="l" r="r" t="t"/>
              <a:pathLst>
                <a:path extrusionOk="0" h="1015" w="12696">
                  <a:moveTo>
                    <a:pt x="0" y="1016"/>
                  </a:moveTo>
                  <a:lnTo>
                    <a:pt x="0" y="1016"/>
                  </a:lnTo>
                  <a:lnTo>
                    <a:pt x="0" y="1016"/>
                  </a:lnTo>
                  <a:cubicBezTo>
                    <a:pt x="0" y="1016"/>
                    <a:pt x="0" y="381"/>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7" name="Google Shape;267;p89"/>
            <p:cNvSpPr/>
            <p:nvPr/>
          </p:nvSpPr>
          <p:spPr>
            <a:xfrm>
              <a:off x="8255350" y="1915413"/>
              <a:ext cx="761" cy="888"/>
            </a:xfrm>
            <a:custGeom>
              <a:rect b="b" l="l" r="r" t="t"/>
              <a:pathLst>
                <a:path extrusionOk="0" h="888" w="761">
                  <a:moveTo>
                    <a:pt x="0" y="127"/>
                  </a:moveTo>
                  <a:lnTo>
                    <a:pt x="0" y="888"/>
                  </a:ln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8" name="Google Shape;268;p89"/>
            <p:cNvSpPr/>
            <p:nvPr/>
          </p:nvSpPr>
          <p:spPr>
            <a:xfrm>
              <a:off x="8655300" y="2020288"/>
              <a:ext cx="3428" cy="1143"/>
            </a:xfrm>
            <a:custGeom>
              <a:rect b="b" l="l" r="r" t="t"/>
              <a:pathLst>
                <a:path extrusionOk="0" h="1143" w="3428">
                  <a:moveTo>
                    <a:pt x="3428" y="0"/>
                  </a:moveTo>
                  <a:cubicBezTo>
                    <a:pt x="2438" y="749"/>
                    <a:pt x="1245" y="1155"/>
                    <a:pt x="0" y="1143"/>
                  </a:cubicBezTo>
                  <a:cubicBezTo>
                    <a:pt x="1231" y="1155"/>
                    <a:pt x="2438" y="749"/>
                    <a:pt x="342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69" name="Google Shape;269;p89"/>
            <p:cNvSpPr/>
            <p:nvPr/>
          </p:nvSpPr>
          <p:spPr>
            <a:xfrm>
              <a:off x="8258017" y="1916810"/>
              <a:ext cx="397410" cy="105002"/>
            </a:xfrm>
            <a:custGeom>
              <a:rect b="b" l="l" r="r" t="t"/>
              <a:pathLst>
                <a:path extrusionOk="0" h="105002" w="397410">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0" name="Google Shape;270;p89"/>
            <p:cNvSpPr/>
            <p:nvPr/>
          </p:nvSpPr>
          <p:spPr>
            <a:xfrm>
              <a:off x="8650708" y="1939156"/>
              <a:ext cx="97660" cy="82404"/>
            </a:xfrm>
            <a:custGeom>
              <a:rect b="b" l="l" r="r" t="t"/>
              <a:pathLst>
                <a:path extrusionOk="0" h="82404" w="97660">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1" name="Google Shape;271;p89"/>
            <p:cNvSpPr/>
            <p:nvPr/>
          </p:nvSpPr>
          <p:spPr>
            <a:xfrm>
              <a:off x="8757256" y="1934331"/>
              <a:ext cx="12696" cy="12696"/>
            </a:xfrm>
            <a:custGeom>
              <a:rect b="b" l="l" r="r" t="t"/>
              <a:pathLst>
                <a:path extrusionOk="0" h="12696" w="12696">
                  <a:moveTo>
                    <a:pt x="0" y="0"/>
                  </a:moveTo>
                  <a:cubicBezTo>
                    <a:pt x="0" y="0"/>
                    <a:pt x="0" y="0"/>
                    <a:pt x="0" y="0"/>
                  </a:cubicBez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2" name="Google Shape;272;p89"/>
            <p:cNvSpPr/>
            <p:nvPr/>
          </p:nvSpPr>
          <p:spPr>
            <a:xfrm>
              <a:off x="8755097" y="1933061"/>
              <a:ext cx="761" cy="12696"/>
            </a:xfrm>
            <a:custGeom>
              <a:rect b="b" l="l" r="r" t="t"/>
              <a:pathLst>
                <a:path extrusionOk="0" h="12696" w="761">
                  <a:moveTo>
                    <a:pt x="762" y="0"/>
                  </a:moveTo>
                  <a:lnTo>
                    <a:pt x="0" y="0"/>
                  </a:ln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3" name="Google Shape;273;p89"/>
            <p:cNvSpPr/>
            <p:nvPr/>
          </p:nvSpPr>
          <p:spPr>
            <a:xfrm>
              <a:off x="8758145" y="1935347"/>
              <a:ext cx="47" cy="762"/>
            </a:xfrm>
            <a:custGeom>
              <a:rect b="b" l="l" r="r" t="t"/>
              <a:pathLst>
                <a:path extrusionOk="0" h="762" w="47">
                  <a:moveTo>
                    <a:pt x="0" y="762"/>
                  </a:moveTo>
                  <a:lnTo>
                    <a:pt x="0" y="0"/>
                  </a:lnTo>
                  <a:cubicBezTo>
                    <a:pt x="63" y="203"/>
                    <a:pt x="63" y="432"/>
                    <a:pt x="0"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4" name="Google Shape;274;p89"/>
            <p:cNvSpPr/>
            <p:nvPr/>
          </p:nvSpPr>
          <p:spPr>
            <a:xfrm>
              <a:off x="8581024" y="1889258"/>
              <a:ext cx="634" cy="761"/>
            </a:xfrm>
            <a:custGeom>
              <a:rect b="b" l="l" r="r" t="t"/>
              <a:pathLst>
                <a:path extrusionOk="0" h="761" w="634">
                  <a:moveTo>
                    <a:pt x="635" y="762"/>
                  </a:moveTo>
                  <a:lnTo>
                    <a:pt x="635" y="762"/>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5" name="Google Shape;275;p89"/>
            <p:cNvSpPr/>
            <p:nvPr/>
          </p:nvSpPr>
          <p:spPr>
            <a:xfrm>
              <a:off x="8582675" y="1816633"/>
              <a:ext cx="80624" cy="68181"/>
            </a:xfrm>
            <a:custGeom>
              <a:rect b="b" l="l" r="r" t="t"/>
              <a:pathLst>
                <a:path extrusionOk="0" h="68181" w="80624">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6" name="Google Shape;276;p89"/>
            <p:cNvSpPr/>
            <p:nvPr/>
          </p:nvSpPr>
          <p:spPr>
            <a:xfrm>
              <a:off x="8670283" y="1817395"/>
              <a:ext cx="12696" cy="634"/>
            </a:xfrm>
            <a:custGeom>
              <a:rect b="b" l="l" r="r" t="t"/>
              <a:pathLst>
                <a:path extrusionOk="0" h="634" w="12696">
                  <a:moveTo>
                    <a:pt x="0" y="0"/>
                  </a:moveTo>
                  <a:lnTo>
                    <a:pt x="0" y="0"/>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7" name="Google Shape;277;p89"/>
            <p:cNvSpPr/>
            <p:nvPr/>
          </p:nvSpPr>
          <p:spPr>
            <a:xfrm>
              <a:off x="8474498" y="1739183"/>
              <a:ext cx="191848" cy="67895"/>
            </a:xfrm>
            <a:custGeom>
              <a:rect b="b" l="l" r="r" t="t"/>
              <a:pathLst>
                <a:path extrusionOk="0" h="67895" w="191848">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8" name="Google Shape;278;p89"/>
            <p:cNvSpPr/>
            <p:nvPr/>
          </p:nvSpPr>
          <p:spPr>
            <a:xfrm>
              <a:off x="8671496" y="1803174"/>
              <a:ext cx="56" cy="761"/>
            </a:xfrm>
            <a:custGeom>
              <a:rect b="b" l="l" r="r" t="t"/>
              <a:pathLst>
                <a:path extrusionOk="0" h="761" w="56">
                  <a:moveTo>
                    <a:pt x="56" y="0"/>
                  </a:moveTo>
                  <a:lnTo>
                    <a:pt x="56" y="762"/>
                  </a:lnTo>
                  <a:lnTo>
                    <a:pt x="56" y="762"/>
                  </a:lnTo>
                  <a:cubicBezTo>
                    <a:pt x="56" y="762"/>
                    <a:pt x="-71" y="254"/>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79" name="Google Shape;279;p89"/>
            <p:cNvSpPr/>
            <p:nvPr/>
          </p:nvSpPr>
          <p:spPr>
            <a:xfrm>
              <a:off x="8253395" y="1738040"/>
              <a:ext cx="224884" cy="184356"/>
            </a:xfrm>
            <a:custGeom>
              <a:rect b="b" l="l" r="r" t="t"/>
              <a:pathLst>
                <a:path extrusionOk="0" h="184356" w="224884">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0" name="Google Shape;280;p89"/>
            <p:cNvSpPr/>
            <p:nvPr/>
          </p:nvSpPr>
          <p:spPr>
            <a:xfrm>
              <a:off x="4279213" y="33761"/>
              <a:ext cx="28" cy="761"/>
            </a:xfrm>
            <a:custGeom>
              <a:rect b="b" l="l" r="r" t="t"/>
              <a:pathLst>
                <a:path extrusionOk="0" h="761" w="28">
                  <a:moveTo>
                    <a:pt x="0" y="0"/>
                  </a:moveTo>
                  <a:cubicBezTo>
                    <a:pt x="38" y="254"/>
                    <a:pt x="38" y="508"/>
                    <a:pt x="0" y="762"/>
                  </a:cubicBezTo>
                  <a:cubicBezTo>
                    <a:pt x="38" y="546"/>
                    <a:pt x="38" y="343"/>
                    <a:pt x="0" y="1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1" name="Google Shape;281;p89"/>
            <p:cNvSpPr/>
            <p:nvPr/>
          </p:nvSpPr>
          <p:spPr>
            <a:xfrm>
              <a:off x="4277435" y="32619"/>
              <a:ext cx="888" cy="12696"/>
            </a:xfrm>
            <a:custGeom>
              <a:rect b="b" l="l" r="r" t="t"/>
              <a:pathLst>
                <a:path extrusionOk="0" h="12696" w="888">
                  <a:moveTo>
                    <a:pt x="0" y="0"/>
                  </a:moveTo>
                  <a:lnTo>
                    <a:pt x="889" y="0"/>
                  </a:lnTo>
                  <a:lnTo>
                    <a:pt x="88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2" name="Google Shape;282;p89"/>
            <p:cNvSpPr/>
            <p:nvPr/>
          </p:nvSpPr>
          <p:spPr>
            <a:xfrm>
              <a:off x="6079496" y="915675"/>
              <a:ext cx="42153" cy="28186"/>
            </a:xfrm>
            <a:custGeom>
              <a:rect b="b" l="l" r="r" t="t"/>
              <a:pathLst>
                <a:path extrusionOk="0" h="28186" w="42153">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3" name="Google Shape;283;p89"/>
            <p:cNvSpPr/>
            <p:nvPr/>
          </p:nvSpPr>
          <p:spPr>
            <a:xfrm>
              <a:off x="4273372" y="640029"/>
              <a:ext cx="1555107" cy="478284"/>
            </a:xfrm>
            <a:custGeom>
              <a:rect b="b" l="l" r="r" t="t"/>
              <a:pathLst>
                <a:path extrusionOk="0" h="478284" w="1555107">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4" name="Google Shape;284;p89"/>
            <p:cNvSpPr/>
            <p:nvPr/>
          </p:nvSpPr>
          <p:spPr>
            <a:xfrm>
              <a:off x="5859333" y="505190"/>
              <a:ext cx="10538" cy="511423"/>
            </a:xfrm>
            <a:custGeom>
              <a:rect b="b" l="l" r="r" t="t"/>
              <a:pathLst>
                <a:path extrusionOk="0" h="511423" w="10538">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5" name="Google Shape;285;p89"/>
            <p:cNvSpPr/>
            <p:nvPr/>
          </p:nvSpPr>
          <p:spPr>
            <a:xfrm>
              <a:off x="5864538" y="506714"/>
              <a:ext cx="3301" cy="1145"/>
            </a:xfrm>
            <a:custGeom>
              <a:rect b="b" l="l" r="r" t="t"/>
              <a:pathLst>
                <a:path extrusionOk="0" h="1145" w="3301">
                  <a:moveTo>
                    <a:pt x="3301" y="0"/>
                  </a:moveTo>
                  <a:cubicBezTo>
                    <a:pt x="2362" y="736"/>
                    <a:pt x="1193" y="1130"/>
                    <a:pt x="0" y="1143"/>
                  </a:cubicBezTo>
                  <a:cubicBezTo>
                    <a:pt x="1206" y="1181"/>
                    <a:pt x="2374" y="775"/>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6" name="Google Shape;286;p89"/>
            <p:cNvSpPr/>
            <p:nvPr/>
          </p:nvSpPr>
          <p:spPr>
            <a:xfrm>
              <a:off x="4269524" y="17651"/>
              <a:ext cx="1595014" cy="490224"/>
            </a:xfrm>
            <a:custGeom>
              <a:rect b="b" l="l" r="r" t="t"/>
              <a:pathLst>
                <a:path extrusionOk="0" h="490224" w="159501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7" name="Google Shape;287;p89"/>
            <p:cNvSpPr/>
            <p:nvPr/>
          </p:nvSpPr>
          <p:spPr>
            <a:xfrm>
              <a:off x="6122792" y="293917"/>
              <a:ext cx="28" cy="761"/>
            </a:xfrm>
            <a:custGeom>
              <a:rect b="b" l="l" r="r" t="t"/>
              <a:pathLst>
                <a:path extrusionOk="0" h="761" w="28">
                  <a:moveTo>
                    <a:pt x="0" y="762"/>
                  </a:moveTo>
                  <a:cubicBezTo>
                    <a:pt x="38" y="508"/>
                    <a:pt x="38" y="254"/>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8" name="Google Shape;288;p89"/>
            <p:cNvSpPr/>
            <p:nvPr/>
          </p:nvSpPr>
          <p:spPr>
            <a:xfrm>
              <a:off x="6123300" y="295694"/>
              <a:ext cx="12696" cy="888"/>
            </a:xfrm>
            <a:custGeom>
              <a:rect b="b" l="l" r="r" t="t"/>
              <a:pathLst>
                <a:path extrusionOk="0" h="888" w="12696">
                  <a:moveTo>
                    <a:pt x="0" y="889"/>
                  </a:moveTo>
                  <a:cubicBezTo>
                    <a:pt x="0" y="889"/>
                    <a:pt x="0" y="889"/>
                    <a:pt x="0" y="0"/>
                  </a:cubicBezTo>
                  <a:lnTo>
                    <a:pt x="0" y="0"/>
                  </a:lnTo>
                  <a:cubicBezTo>
                    <a:pt x="0" y="0"/>
                    <a:pt x="0" y="635"/>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89" name="Google Shape;289;p89"/>
            <p:cNvSpPr/>
            <p:nvPr/>
          </p:nvSpPr>
          <p:spPr>
            <a:xfrm>
              <a:off x="6120760" y="293155"/>
              <a:ext cx="888" cy="12696"/>
            </a:xfrm>
            <a:custGeom>
              <a:rect b="b" l="l" r="r" t="t"/>
              <a:pathLst>
                <a:path extrusionOk="0" h="12696" w="888">
                  <a:moveTo>
                    <a:pt x="889"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0" name="Google Shape;290;p89"/>
            <p:cNvSpPr/>
            <p:nvPr/>
          </p:nvSpPr>
          <p:spPr>
            <a:xfrm>
              <a:off x="6119237" y="292012"/>
              <a:ext cx="888" cy="12696"/>
            </a:xfrm>
            <a:custGeom>
              <a:rect b="b" l="l" r="r" t="t"/>
              <a:pathLst>
                <a:path extrusionOk="0" h="12696" w="888">
                  <a:moveTo>
                    <a:pt x="0" y="0"/>
                  </a:moveTo>
                  <a:lnTo>
                    <a:pt x="889"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1" name="Google Shape;291;p89"/>
            <p:cNvSpPr/>
            <p:nvPr/>
          </p:nvSpPr>
          <p:spPr>
            <a:xfrm>
              <a:off x="6121141" y="293409"/>
              <a:ext cx="761" cy="12696"/>
            </a:xfrm>
            <a:custGeom>
              <a:rect b="b" l="l" r="r" t="t"/>
              <a:pathLst>
                <a:path extrusionOk="0" h="12696" w="761">
                  <a:moveTo>
                    <a:pt x="762" y="0"/>
                  </a:moveTo>
                  <a:lnTo>
                    <a:pt x="762"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2" name="Google Shape;292;p89"/>
            <p:cNvSpPr/>
            <p:nvPr/>
          </p:nvSpPr>
          <p:spPr>
            <a:xfrm>
              <a:off x="6117205" y="291885"/>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3" name="Google Shape;293;p89"/>
            <p:cNvSpPr/>
            <p:nvPr/>
          </p:nvSpPr>
          <p:spPr>
            <a:xfrm>
              <a:off x="6122919" y="294933"/>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4" name="Google Shape;294;p89"/>
            <p:cNvSpPr/>
            <p:nvPr/>
          </p:nvSpPr>
          <p:spPr>
            <a:xfrm>
              <a:off x="6112507" y="296710"/>
              <a:ext cx="10468" cy="625319"/>
            </a:xfrm>
            <a:custGeom>
              <a:rect b="b" l="l" r="r" t="t"/>
              <a:pathLst>
                <a:path extrusionOk="0" h="625319" w="10468">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5" name="Google Shape;295;p89"/>
            <p:cNvSpPr/>
            <p:nvPr/>
          </p:nvSpPr>
          <p:spPr>
            <a:xfrm>
              <a:off x="5861334" y="293663"/>
              <a:ext cx="261899" cy="214829"/>
            </a:xfrm>
            <a:custGeom>
              <a:rect b="b" l="l" r="r" t="t"/>
              <a:pathLst>
                <a:path extrusionOk="0" h="214829" w="26189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6" name="Google Shape;296;p89"/>
            <p:cNvSpPr/>
            <p:nvPr/>
          </p:nvSpPr>
          <p:spPr>
            <a:xfrm>
              <a:off x="3883199" y="337340"/>
              <a:ext cx="253936" cy="212162"/>
            </a:xfrm>
            <a:custGeom>
              <a:rect b="b" l="l" r="r" t="t"/>
              <a:pathLst>
                <a:path extrusionOk="0" h="212162" w="253936">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7" name="Google Shape;297;p89"/>
            <p:cNvSpPr/>
            <p:nvPr/>
          </p:nvSpPr>
          <p:spPr>
            <a:xfrm>
              <a:off x="3884468" y="546581"/>
              <a:ext cx="57" cy="888"/>
            </a:xfrm>
            <a:custGeom>
              <a:rect b="b" l="l" r="r" t="t"/>
              <a:pathLst>
                <a:path extrusionOk="0" h="888" w="57">
                  <a:moveTo>
                    <a:pt x="0" y="762"/>
                  </a:moveTo>
                  <a:cubicBezTo>
                    <a:pt x="64" y="508"/>
                    <a:pt x="64" y="254"/>
                    <a:pt x="0" y="0"/>
                  </a:cubicBezTo>
                  <a:cubicBezTo>
                    <a:pt x="76" y="292"/>
                    <a:pt x="76" y="597"/>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8" name="Google Shape;298;p89"/>
            <p:cNvSpPr/>
            <p:nvPr/>
          </p:nvSpPr>
          <p:spPr>
            <a:xfrm>
              <a:off x="2014803" y="-12696"/>
              <a:ext cx="1865222" cy="563292"/>
            </a:xfrm>
            <a:custGeom>
              <a:rect b="b" l="l" r="r" t="t"/>
              <a:pathLst>
                <a:path extrusionOk="0" h="563292" w="186522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99" name="Google Shape;299;p89"/>
            <p:cNvSpPr/>
            <p:nvPr/>
          </p:nvSpPr>
          <p:spPr>
            <a:xfrm>
              <a:off x="3874057" y="-12696"/>
              <a:ext cx="10538" cy="563600"/>
            </a:xfrm>
            <a:custGeom>
              <a:rect b="b" l="l" r="r" t="t"/>
              <a:pathLst>
                <a:path extrusionOk="0" h="563600" w="10538">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0" name="Google Shape;300;p89"/>
            <p:cNvSpPr/>
            <p:nvPr/>
          </p:nvSpPr>
          <p:spPr>
            <a:xfrm>
              <a:off x="7759412" y="1077164"/>
              <a:ext cx="54898" cy="40007"/>
            </a:xfrm>
            <a:custGeom>
              <a:rect b="b" l="l" r="r" t="t"/>
              <a:pathLst>
                <a:path extrusionOk="0" h="40007" w="54898">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1" name="Google Shape;301;p89"/>
            <p:cNvSpPr/>
            <p:nvPr/>
          </p:nvSpPr>
          <p:spPr>
            <a:xfrm>
              <a:off x="7050022" y="925959"/>
              <a:ext cx="19" cy="888"/>
            </a:xfrm>
            <a:custGeom>
              <a:rect b="b" l="l" r="r" t="t"/>
              <a:pathLst>
                <a:path extrusionOk="0" h="888" w="19">
                  <a:moveTo>
                    <a:pt x="19" y="0"/>
                  </a:moveTo>
                  <a:cubicBezTo>
                    <a:pt x="-6" y="292"/>
                    <a:pt x="-6" y="597"/>
                    <a:pt x="19" y="889"/>
                  </a:cubicBezTo>
                  <a:lnTo>
                    <a:pt x="19" y="2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2" name="Google Shape;302;p89"/>
            <p:cNvSpPr/>
            <p:nvPr/>
          </p:nvSpPr>
          <p:spPr>
            <a:xfrm>
              <a:off x="7050120" y="928371"/>
              <a:ext cx="10966" cy="114143"/>
            </a:xfrm>
            <a:custGeom>
              <a:rect b="b" l="l" r="r" t="t"/>
              <a:pathLst>
                <a:path extrusionOk="0" h="114143" w="10966">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3" name="Google Shape;303;p89"/>
            <p:cNvSpPr/>
            <p:nvPr/>
          </p:nvSpPr>
          <p:spPr>
            <a:xfrm>
              <a:off x="7570992" y="1066258"/>
              <a:ext cx="10791" cy="29710"/>
            </a:xfrm>
            <a:custGeom>
              <a:rect b="b" l="l" r="r" t="t"/>
              <a:pathLst>
                <a:path extrusionOk="0" h="29710" w="10791">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4" name="Google Shape;304;p89"/>
            <p:cNvSpPr/>
            <p:nvPr/>
          </p:nvSpPr>
          <p:spPr>
            <a:xfrm>
              <a:off x="7049406" y="927102"/>
              <a:ext cx="12696" cy="761"/>
            </a:xfrm>
            <a:custGeom>
              <a:rect b="b" l="l" r="r" t="t"/>
              <a:pathLst>
                <a:path extrusionOk="0" h="761" w="12696">
                  <a:moveTo>
                    <a:pt x="0" y="0"/>
                  </a:moveTo>
                  <a:lnTo>
                    <a:pt x="0" y="0"/>
                  </a:lnTo>
                  <a:lnTo>
                    <a:pt x="0" y="762"/>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5" name="Google Shape;305;p89"/>
            <p:cNvSpPr/>
            <p:nvPr/>
          </p:nvSpPr>
          <p:spPr>
            <a:xfrm>
              <a:off x="7050549" y="925324"/>
              <a:ext cx="12696" cy="634"/>
            </a:xfrm>
            <a:custGeom>
              <a:rect b="b" l="l" r="r" t="t"/>
              <a:pathLst>
                <a:path extrusionOk="0" h="634" w="12696">
                  <a:moveTo>
                    <a:pt x="0" y="0"/>
                  </a:moveTo>
                  <a:lnTo>
                    <a:pt x="0" y="635"/>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6" name="Google Shape;306;p89"/>
            <p:cNvSpPr/>
            <p:nvPr/>
          </p:nvSpPr>
          <p:spPr>
            <a:xfrm>
              <a:off x="7576070" y="1068289"/>
              <a:ext cx="3428" cy="1142"/>
            </a:xfrm>
            <a:custGeom>
              <a:rect b="b" l="l" r="r" t="t"/>
              <a:pathLst>
                <a:path extrusionOk="0" h="1142" w="3428">
                  <a:moveTo>
                    <a:pt x="3428" y="0"/>
                  </a:moveTo>
                  <a:cubicBezTo>
                    <a:pt x="2412" y="698"/>
                    <a:pt x="1231" y="1092"/>
                    <a:pt x="0" y="1143"/>
                  </a:cubicBezTo>
                  <a:cubicBezTo>
                    <a:pt x="1231" y="1092"/>
                    <a:pt x="2412" y="698"/>
                    <a:pt x="342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7" name="Google Shape;307;p89"/>
            <p:cNvSpPr/>
            <p:nvPr/>
          </p:nvSpPr>
          <p:spPr>
            <a:xfrm>
              <a:off x="7051565" y="926213"/>
              <a:ext cx="525014" cy="143218"/>
            </a:xfrm>
            <a:custGeom>
              <a:rect b="b" l="l" r="r" t="t"/>
              <a:pathLst>
                <a:path extrusionOk="0" h="143218" w="525014">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8" name="Google Shape;308;p89"/>
            <p:cNvSpPr/>
            <p:nvPr/>
          </p:nvSpPr>
          <p:spPr>
            <a:xfrm>
              <a:off x="7049251" y="705163"/>
              <a:ext cx="222820" cy="227778"/>
            </a:xfrm>
            <a:custGeom>
              <a:rect b="b" l="l" r="r" t="t"/>
              <a:pathLst>
                <a:path extrusionOk="0" h="227778" w="222820">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09" name="Google Shape;309;p89"/>
            <p:cNvSpPr/>
            <p:nvPr/>
          </p:nvSpPr>
          <p:spPr>
            <a:xfrm>
              <a:off x="7571401" y="869319"/>
              <a:ext cx="244415" cy="200366"/>
            </a:xfrm>
            <a:custGeom>
              <a:rect b="b" l="l" r="r" t="t"/>
              <a:pathLst>
                <a:path extrusionOk="0" h="200366" w="244415">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0" name="Google Shape;310;p89"/>
            <p:cNvSpPr/>
            <p:nvPr/>
          </p:nvSpPr>
          <p:spPr>
            <a:xfrm>
              <a:off x="8759415" y="1993117"/>
              <a:ext cx="1077579" cy="336335"/>
            </a:xfrm>
            <a:custGeom>
              <a:rect b="b" l="l" r="r" t="t"/>
              <a:pathLst>
                <a:path extrusionOk="0" h="336335" w="1077579">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1" name="Google Shape;311;p89"/>
            <p:cNvSpPr/>
            <p:nvPr/>
          </p:nvSpPr>
          <p:spPr>
            <a:xfrm>
              <a:off x="5832288" y="1284895"/>
              <a:ext cx="2872148" cy="449844"/>
            </a:xfrm>
            <a:custGeom>
              <a:rect b="b" l="l" r="r" t="t"/>
              <a:pathLst>
                <a:path extrusionOk="0" h="449844" w="2872148">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2" name="Google Shape;312;p89"/>
            <p:cNvSpPr/>
            <p:nvPr/>
          </p:nvSpPr>
          <p:spPr>
            <a:xfrm>
              <a:off x="9832201" y="2121608"/>
              <a:ext cx="10633" cy="203781"/>
            </a:xfrm>
            <a:custGeom>
              <a:rect b="b" l="l" r="r" t="t"/>
              <a:pathLst>
                <a:path extrusionOk="0" h="203781" w="10633">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3" name="Google Shape;313;p89"/>
            <p:cNvSpPr/>
            <p:nvPr/>
          </p:nvSpPr>
          <p:spPr>
            <a:xfrm>
              <a:off x="8661202" y="1762418"/>
              <a:ext cx="114" cy="635"/>
            </a:xfrm>
            <a:custGeom>
              <a:rect b="b" l="l" r="r" t="t"/>
              <a:pathLst>
                <a:path extrusionOk="0" h="635" w="114">
                  <a:moveTo>
                    <a:pt x="67" y="0"/>
                  </a:moveTo>
                  <a:lnTo>
                    <a:pt x="67" y="0"/>
                  </a:lnTo>
                  <a:cubicBezTo>
                    <a:pt x="130" y="203"/>
                    <a:pt x="130" y="432"/>
                    <a:pt x="67" y="635"/>
                  </a:cubicBezTo>
                  <a:lnTo>
                    <a:pt x="67" y="635"/>
                  </a:lnTo>
                  <a:cubicBezTo>
                    <a:pt x="-22" y="432"/>
                    <a:pt x="-22" y="203"/>
                    <a:pt x="67"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4" name="Google Shape;314;p89"/>
            <p:cNvSpPr/>
            <p:nvPr/>
          </p:nvSpPr>
          <p:spPr>
            <a:xfrm>
              <a:off x="8672442" y="1763815"/>
              <a:ext cx="1164679" cy="359443"/>
            </a:xfrm>
            <a:custGeom>
              <a:rect b="b" l="l" r="r" t="t"/>
              <a:pathLst>
                <a:path extrusionOk="0" h="359443" w="1164679">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5" name="Google Shape;315;p89"/>
            <p:cNvSpPr/>
            <p:nvPr/>
          </p:nvSpPr>
          <p:spPr>
            <a:xfrm>
              <a:off x="9834455" y="1653607"/>
              <a:ext cx="569960" cy="461779"/>
            </a:xfrm>
            <a:custGeom>
              <a:rect b="b" l="l" r="r" t="t"/>
              <a:pathLst>
                <a:path extrusionOk="0" h="461779" w="569960">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6" name="Google Shape;316;p89"/>
            <p:cNvSpPr/>
            <p:nvPr/>
          </p:nvSpPr>
          <p:spPr>
            <a:xfrm>
              <a:off x="9833820" y="212148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7" name="Google Shape;317;p89"/>
            <p:cNvSpPr/>
            <p:nvPr/>
          </p:nvSpPr>
          <p:spPr>
            <a:xfrm>
              <a:off x="5828733" y="1080605"/>
              <a:ext cx="12696" cy="12696"/>
            </a:xfrm>
            <a:custGeom>
              <a:rect b="b" l="l" r="r" t="t"/>
              <a:pathLst>
                <a:path extrusionOk="0" h="12696" w="12696">
                  <a:moveTo>
                    <a:pt x="0" y="0"/>
                  </a:moveTo>
                  <a:cubicBezTo>
                    <a:pt x="0" y="0"/>
                    <a:pt x="0" y="0"/>
                    <a:pt x="0" y="0"/>
                  </a:cubicBez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8" name="Google Shape;318;p89"/>
            <p:cNvSpPr/>
            <p:nvPr/>
          </p:nvSpPr>
          <p:spPr>
            <a:xfrm>
              <a:off x="5839272" y="1078192"/>
              <a:ext cx="3082407" cy="482728"/>
            </a:xfrm>
            <a:custGeom>
              <a:rect b="b" l="l" r="r" t="t"/>
              <a:pathLst>
                <a:path extrusionOk="0" h="482728" w="3082407">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19" name="Google Shape;319;p89"/>
            <p:cNvSpPr/>
            <p:nvPr/>
          </p:nvSpPr>
          <p:spPr>
            <a:xfrm>
              <a:off x="8925489" y="1558636"/>
              <a:ext cx="12696" cy="12696"/>
            </a:xfrm>
            <a:custGeom>
              <a:rect b="b" l="l" r="r" t="t"/>
              <a:pathLst>
                <a:path extrusionOk="0" h="12696" w="12696">
                  <a:moveTo>
                    <a:pt x="0" y="0"/>
                  </a:move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0" name="Google Shape;320;p89"/>
            <p:cNvSpPr/>
            <p:nvPr/>
          </p:nvSpPr>
          <p:spPr>
            <a:xfrm>
              <a:off x="11524783" y="118560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1" name="Google Shape;321;p89"/>
            <p:cNvSpPr/>
            <p:nvPr/>
          </p:nvSpPr>
          <p:spPr>
            <a:xfrm>
              <a:off x="11454950" y="1184845"/>
              <a:ext cx="62849" cy="64245"/>
            </a:xfrm>
            <a:custGeom>
              <a:rect b="b" l="l" r="r" t="t"/>
              <a:pathLst>
                <a:path extrusionOk="0" h="64245" w="62849">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2" name="Google Shape;322;p89"/>
            <p:cNvSpPr/>
            <p:nvPr/>
          </p:nvSpPr>
          <p:spPr>
            <a:xfrm>
              <a:off x="11456220" y="1246276"/>
              <a:ext cx="12696" cy="1289"/>
            </a:xfrm>
            <a:custGeom>
              <a:rect b="b" l="l" r="r" t="t"/>
              <a:pathLst>
                <a:path extrusionOk="0" h="1289" w="12696">
                  <a:moveTo>
                    <a:pt x="0" y="1163"/>
                  </a:moveTo>
                  <a:cubicBezTo>
                    <a:pt x="0" y="1163"/>
                    <a:pt x="0" y="1163"/>
                    <a:pt x="0" y="274"/>
                  </a:cubicBezTo>
                  <a:cubicBezTo>
                    <a:pt x="0" y="-614"/>
                    <a:pt x="0" y="909"/>
                    <a:pt x="0" y="129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3" name="Google Shape;323;p89"/>
            <p:cNvSpPr/>
            <p:nvPr/>
          </p:nvSpPr>
          <p:spPr>
            <a:xfrm>
              <a:off x="11314269" y="1198811"/>
              <a:ext cx="136745" cy="51431"/>
            </a:xfrm>
            <a:custGeom>
              <a:rect b="b" l="l" r="r" t="t"/>
              <a:pathLst>
                <a:path extrusionOk="0" h="51431" w="136745">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4" name="Google Shape;324;p89"/>
            <p:cNvSpPr/>
            <p:nvPr/>
          </p:nvSpPr>
          <p:spPr>
            <a:xfrm>
              <a:off x="11445809" y="1144215"/>
              <a:ext cx="10537" cy="106404"/>
            </a:xfrm>
            <a:custGeom>
              <a:rect b="b" l="l" r="r" t="t"/>
              <a:pathLst>
                <a:path extrusionOk="0" h="106404" w="10537">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5" name="Google Shape;325;p89"/>
            <p:cNvSpPr/>
            <p:nvPr/>
          </p:nvSpPr>
          <p:spPr>
            <a:xfrm>
              <a:off x="11314396" y="1095460"/>
              <a:ext cx="136617" cy="51516"/>
            </a:xfrm>
            <a:custGeom>
              <a:rect b="b" l="l" r="r" t="t"/>
              <a:pathLst>
                <a:path extrusionOk="0" h="51516" w="136617">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6" name="Google Shape;326;p89"/>
            <p:cNvSpPr/>
            <p:nvPr/>
          </p:nvSpPr>
          <p:spPr>
            <a:xfrm>
              <a:off x="11451141" y="1145993"/>
              <a:ext cx="3301" cy="1142"/>
            </a:xfrm>
            <a:custGeom>
              <a:rect b="b" l="l" r="r" t="t"/>
              <a:pathLst>
                <a:path extrusionOk="0" h="1142" w="3301">
                  <a:moveTo>
                    <a:pt x="3301" y="0"/>
                  </a:moveTo>
                  <a:cubicBezTo>
                    <a:pt x="2361" y="736"/>
                    <a:pt x="1193" y="1130"/>
                    <a:pt x="0" y="1143"/>
                  </a:cubicBezTo>
                  <a:cubicBezTo>
                    <a:pt x="1193" y="1130"/>
                    <a:pt x="2361" y="736"/>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7" name="Google Shape;327;p89"/>
            <p:cNvSpPr/>
            <p:nvPr/>
          </p:nvSpPr>
          <p:spPr>
            <a:xfrm>
              <a:off x="11824682" y="837096"/>
              <a:ext cx="761" cy="112"/>
            </a:xfrm>
            <a:custGeom>
              <a:rect b="b" l="l" r="r" t="t"/>
              <a:pathLst>
                <a:path extrusionOk="0" h="112" w="761">
                  <a:moveTo>
                    <a:pt x="762" y="113"/>
                  </a:moveTo>
                  <a:cubicBezTo>
                    <a:pt x="762" y="113"/>
                    <a:pt x="762" y="113"/>
                    <a:pt x="0" y="113"/>
                  </a:cubicBezTo>
                  <a:lnTo>
                    <a:pt x="0" y="113"/>
                  </a:lnTo>
                  <a:cubicBezTo>
                    <a:pt x="0" y="113"/>
                    <a:pt x="635" y="-141"/>
                    <a:pt x="762" y="11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8" name="Google Shape;328;p89"/>
            <p:cNvSpPr/>
            <p:nvPr/>
          </p:nvSpPr>
          <p:spPr>
            <a:xfrm>
              <a:off x="11826460" y="837971"/>
              <a:ext cx="12696" cy="761"/>
            </a:xfrm>
            <a:custGeom>
              <a:rect b="b" l="l" r="r" t="t"/>
              <a:pathLst>
                <a:path extrusionOk="0" h="761" w="12696">
                  <a:moveTo>
                    <a:pt x="0" y="762"/>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29" name="Google Shape;329;p89"/>
            <p:cNvSpPr/>
            <p:nvPr/>
          </p:nvSpPr>
          <p:spPr>
            <a:xfrm>
              <a:off x="11827221" y="839748"/>
              <a:ext cx="38" cy="761"/>
            </a:xfrm>
            <a:custGeom>
              <a:rect b="b" l="l" r="r" t="t"/>
              <a:pathLst>
                <a:path extrusionOk="0" h="761" w="38">
                  <a:moveTo>
                    <a:pt x="0" y="762"/>
                  </a:moveTo>
                  <a:cubicBezTo>
                    <a:pt x="51" y="508"/>
                    <a:pt x="51" y="254"/>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0" name="Google Shape;330;p89"/>
            <p:cNvSpPr/>
            <p:nvPr/>
          </p:nvSpPr>
          <p:spPr>
            <a:xfrm>
              <a:off x="11607441" y="772710"/>
              <a:ext cx="214955" cy="69070"/>
            </a:xfrm>
            <a:custGeom>
              <a:rect b="b" l="l" r="r" t="t"/>
              <a:pathLst>
                <a:path extrusionOk="0" h="69070" w="214955">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1" name="Google Shape;331;p89"/>
            <p:cNvSpPr/>
            <p:nvPr/>
          </p:nvSpPr>
          <p:spPr>
            <a:xfrm>
              <a:off x="11823031" y="836320"/>
              <a:ext cx="1015" cy="12696"/>
            </a:xfrm>
            <a:custGeom>
              <a:rect b="b" l="l" r="r" t="t"/>
              <a:pathLst>
                <a:path extrusionOk="0" h="12696" w="1015">
                  <a:moveTo>
                    <a:pt x="1016"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2" name="Google Shape;332;p89"/>
            <p:cNvSpPr/>
            <p:nvPr/>
          </p:nvSpPr>
          <p:spPr>
            <a:xfrm>
              <a:off x="11821762" y="83581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3" name="Google Shape;333;p89"/>
            <p:cNvSpPr/>
            <p:nvPr/>
          </p:nvSpPr>
          <p:spPr>
            <a:xfrm>
              <a:off x="11816429" y="840637"/>
              <a:ext cx="10796" cy="57135"/>
            </a:xfrm>
            <a:custGeom>
              <a:rect b="b" l="l" r="r" t="t"/>
              <a:pathLst>
                <a:path extrusionOk="0" h="57135" w="10796">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4" name="Google Shape;334;p89"/>
            <p:cNvSpPr/>
            <p:nvPr/>
          </p:nvSpPr>
          <p:spPr>
            <a:xfrm>
              <a:off x="11825698" y="837336"/>
              <a:ext cx="12696" cy="12696"/>
            </a:xfrm>
            <a:custGeom>
              <a:rect b="b" l="l" r="r" t="t"/>
              <a:pathLst>
                <a:path extrusionOk="0" h="12696" w="12696">
                  <a:moveTo>
                    <a:pt x="0" y="0"/>
                  </a:move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5" name="Google Shape;335;p89"/>
            <p:cNvSpPr/>
            <p:nvPr/>
          </p:nvSpPr>
          <p:spPr>
            <a:xfrm>
              <a:off x="11826460" y="838352"/>
              <a:ext cx="12696" cy="634"/>
            </a:xfrm>
            <a:custGeom>
              <a:rect b="b" l="l" r="r" t="t"/>
              <a:pathLst>
                <a:path extrusionOk="0" h="634" w="12696">
                  <a:moveTo>
                    <a:pt x="0" y="635"/>
                  </a:moveTo>
                  <a:lnTo>
                    <a:pt x="0" y="635"/>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6" name="Google Shape;336;p89"/>
            <p:cNvSpPr/>
            <p:nvPr/>
          </p:nvSpPr>
          <p:spPr>
            <a:xfrm>
              <a:off x="11445914" y="835812"/>
              <a:ext cx="381368" cy="311835"/>
            </a:xfrm>
            <a:custGeom>
              <a:rect b="b" l="l" r="r" t="t"/>
              <a:pathLst>
                <a:path extrusionOk="0" h="311835" w="381368">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7" name="Google Shape;337;p89"/>
            <p:cNvSpPr/>
            <p:nvPr/>
          </p:nvSpPr>
          <p:spPr>
            <a:xfrm>
              <a:off x="11196570" y="1592028"/>
              <a:ext cx="116049" cy="89765"/>
            </a:xfrm>
            <a:custGeom>
              <a:rect b="b" l="l" r="r" t="t"/>
              <a:pathLst>
                <a:path extrusionOk="0" h="89765" w="116049">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8" name="Google Shape;338;p89"/>
            <p:cNvSpPr/>
            <p:nvPr/>
          </p:nvSpPr>
          <p:spPr>
            <a:xfrm>
              <a:off x="11050176" y="1181925"/>
              <a:ext cx="10665" cy="468889"/>
            </a:xfrm>
            <a:custGeom>
              <a:rect b="b" l="l" r="r" t="t"/>
              <a:pathLst>
                <a:path extrusionOk="0" h="468889" w="10665">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39" name="Google Shape;339;p89"/>
            <p:cNvSpPr/>
            <p:nvPr/>
          </p:nvSpPr>
          <p:spPr>
            <a:xfrm>
              <a:off x="10633409" y="1048107"/>
              <a:ext cx="422100" cy="135562"/>
            </a:xfrm>
            <a:custGeom>
              <a:rect b="b" l="l" r="r" t="t"/>
              <a:pathLst>
                <a:path extrusionOk="0" h="135562" w="422100">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0" name="Google Shape;340;p89"/>
            <p:cNvSpPr/>
            <p:nvPr/>
          </p:nvSpPr>
          <p:spPr>
            <a:xfrm>
              <a:off x="11313889" y="970651"/>
              <a:ext cx="12696" cy="761"/>
            </a:xfrm>
            <a:custGeom>
              <a:rect b="b" l="l" r="r" t="t"/>
              <a:pathLst>
                <a:path extrusionOk="0" h="761" w="12696">
                  <a:moveTo>
                    <a:pt x="0" y="762"/>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1" name="Google Shape;341;p89"/>
            <p:cNvSpPr/>
            <p:nvPr/>
          </p:nvSpPr>
          <p:spPr>
            <a:xfrm>
              <a:off x="11311984" y="969890"/>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2" name="Google Shape;342;p89"/>
            <p:cNvSpPr/>
            <p:nvPr/>
          </p:nvSpPr>
          <p:spPr>
            <a:xfrm>
              <a:off x="11314396" y="972429"/>
              <a:ext cx="12696" cy="761"/>
            </a:xfrm>
            <a:custGeom>
              <a:rect b="b" l="l" r="r" t="t"/>
              <a:pathLst>
                <a:path extrusionOk="0" h="761" w="12696">
                  <a:moveTo>
                    <a:pt x="0" y="762"/>
                  </a:moveTo>
                  <a:cubicBezTo>
                    <a:pt x="0" y="762"/>
                    <a:pt x="0" y="762"/>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3" name="Google Shape;343;p89"/>
            <p:cNvSpPr/>
            <p:nvPr/>
          </p:nvSpPr>
          <p:spPr>
            <a:xfrm>
              <a:off x="10889434" y="843049"/>
              <a:ext cx="420391" cy="132553"/>
            </a:xfrm>
            <a:custGeom>
              <a:rect b="b" l="l" r="r" t="t"/>
              <a:pathLst>
                <a:path extrusionOk="0" h="132553" w="420391">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4" name="Google Shape;344;p89"/>
            <p:cNvSpPr/>
            <p:nvPr/>
          </p:nvSpPr>
          <p:spPr>
            <a:xfrm>
              <a:off x="11051043" y="969382"/>
              <a:ext cx="254846" cy="214828"/>
            </a:xfrm>
            <a:custGeom>
              <a:rect b="b" l="l" r="r" t="t"/>
              <a:pathLst>
                <a:path extrusionOk="0" h="214828" w="254846">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5" name="Google Shape;345;p89"/>
            <p:cNvSpPr/>
            <p:nvPr/>
          </p:nvSpPr>
          <p:spPr>
            <a:xfrm>
              <a:off x="11314269" y="971413"/>
              <a:ext cx="57" cy="1015"/>
            </a:xfrm>
            <a:custGeom>
              <a:rect b="b" l="l" r="r" t="t"/>
              <a:pathLst>
                <a:path extrusionOk="0" h="1015" w="57">
                  <a:moveTo>
                    <a:pt x="0" y="762"/>
                  </a:moveTo>
                  <a:cubicBezTo>
                    <a:pt x="0" y="762"/>
                    <a:pt x="0" y="762"/>
                    <a:pt x="0" y="0"/>
                  </a:cubicBezTo>
                  <a:cubicBezTo>
                    <a:pt x="77" y="330"/>
                    <a:pt x="77" y="686"/>
                    <a:pt x="0" y="101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6" name="Google Shape;346;p89"/>
            <p:cNvSpPr/>
            <p:nvPr/>
          </p:nvSpPr>
          <p:spPr>
            <a:xfrm>
              <a:off x="11311222" y="969382"/>
              <a:ext cx="761" cy="12696"/>
            </a:xfrm>
            <a:custGeom>
              <a:rect b="b" l="l" r="r" t="t"/>
              <a:pathLst>
                <a:path extrusionOk="0" h="12696" w="761">
                  <a:moveTo>
                    <a:pt x="762" y="0"/>
                  </a:moveTo>
                  <a:cubicBezTo>
                    <a:pt x="762" y="0"/>
                    <a:pt x="762" y="0"/>
                    <a:pt x="0" y="0"/>
                  </a:cubicBez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7" name="Google Shape;347;p89"/>
            <p:cNvSpPr/>
            <p:nvPr/>
          </p:nvSpPr>
          <p:spPr>
            <a:xfrm>
              <a:off x="11313381" y="970651"/>
              <a:ext cx="12696" cy="761"/>
            </a:xfrm>
            <a:custGeom>
              <a:rect b="b" l="l" r="r" t="t"/>
              <a:pathLst>
                <a:path extrusionOk="0" h="761" w="12696">
                  <a:moveTo>
                    <a:pt x="0" y="0"/>
                  </a:moveTo>
                  <a:cubicBezTo>
                    <a:pt x="0" y="0"/>
                    <a:pt x="0" y="0"/>
                    <a:pt x="0" y="0"/>
                  </a:cubicBezTo>
                  <a:lnTo>
                    <a:pt x="0" y="0"/>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8" name="Google Shape;348;p89"/>
            <p:cNvSpPr/>
            <p:nvPr/>
          </p:nvSpPr>
          <p:spPr>
            <a:xfrm>
              <a:off x="12075476" y="495174"/>
              <a:ext cx="115128" cy="42392"/>
            </a:xfrm>
            <a:custGeom>
              <a:rect b="b" l="l" r="r" t="t"/>
              <a:pathLst>
                <a:path extrusionOk="0" h="42392" w="115128">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49" name="Google Shape;349;p89"/>
            <p:cNvSpPr/>
            <p:nvPr/>
          </p:nvSpPr>
          <p:spPr>
            <a:xfrm>
              <a:off x="12076276" y="81349"/>
              <a:ext cx="115217" cy="42813"/>
            </a:xfrm>
            <a:custGeom>
              <a:rect b="b" l="l" r="r" t="t"/>
              <a:pathLst>
                <a:path extrusionOk="0" h="42813" w="115217">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0" name="Google Shape;350;p89"/>
            <p:cNvSpPr/>
            <p:nvPr/>
          </p:nvSpPr>
          <p:spPr>
            <a:xfrm>
              <a:off x="11518816" y="1372121"/>
              <a:ext cx="672931" cy="224858"/>
            </a:xfrm>
            <a:custGeom>
              <a:rect b="b" l="l" r="r" t="t"/>
              <a:pathLst>
                <a:path extrusionOk="0" h="224858" w="672931">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1" name="Google Shape;351;p89"/>
            <p:cNvSpPr/>
            <p:nvPr/>
          </p:nvSpPr>
          <p:spPr>
            <a:xfrm>
              <a:off x="11515642" y="1166689"/>
              <a:ext cx="9" cy="888"/>
            </a:xfrm>
            <a:custGeom>
              <a:rect b="b" l="l" r="r" t="t"/>
              <a:pathLst>
                <a:path extrusionOk="0" h="888" w="9">
                  <a:moveTo>
                    <a:pt x="0" y="127"/>
                  </a:moveTo>
                  <a:cubicBezTo>
                    <a:pt x="0" y="127"/>
                    <a:pt x="0" y="127"/>
                    <a:pt x="0" y="889"/>
                  </a:cubicBezTo>
                  <a:cubicBezTo>
                    <a:pt x="12" y="597"/>
                    <a:pt x="12" y="292"/>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2" name="Google Shape;352;p89"/>
            <p:cNvSpPr/>
            <p:nvPr/>
          </p:nvSpPr>
          <p:spPr>
            <a:xfrm>
              <a:off x="11518816" y="1166054"/>
              <a:ext cx="672677" cy="223208"/>
            </a:xfrm>
            <a:custGeom>
              <a:rect b="b" l="l" r="r" t="t"/>
              <a:pathLst>
                <a:path extrusionOk="0" h="223208" w="672677">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3" name="Google Shape;353;p89"/>
            <p:cNvSpPr/>
            <p:nvPr/>
          </p:nvSpPr>
          <p:spPr>
            <a:xfrm>
              <a:off x="12104139" y="643457"/>
              <a:ext cx="87608" cy="36566"/>
            </a:xfrm>
            <a:custGeom>
              <a:rect b="b" l="l" r="r" t="t"/>
              <a:pathLst>
                <a:path extrusionOk="0" h="36566" w="87608">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4" name="Google Shape;354;p89"/>
            <p:cNvSpPr/>
            <p:nvPr/>
          </p:nvSpPr>
          <p:spPr>
            <a:xfrm>
              <a:off x="11997740" y="2095706"/>
              <a:ext cx="189690" cy="251267"/>
            </a:xfrm>
            <a:custGeom>
              <a:rect b="b" l="l" r="r" t="t"/>
              <a:pathLst>
                <a:path extrusionOk="0" h="251267" w="189690">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5" name="Google Shape;355;p89"/>
            <p:cNvSpPr/>
            <p:nvPr/>
          </p:nvSpPr>
          <p:spPr>
            <a:xfrm>
              <a:off x="12183621" y="1886338"/>
              <a:ext cx="1015" cy="12696"/>
            </a:xfrm>
            <a:custGeom>
              <a:rect b="b" l="l" r="r" t="t"/>
              <a:pathLst>
                <a:path extrusionOk="0" h="12696" w="1015">
                  <a:moveTo>
                    <a:pt x="1016"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6" name="Google Shape;356;p89"/>
            <p:cNvSpPr/>
            <p:nvPr/>
          </p:nvSpPr>
          <p:spPr>
            <a:xfrm>
              <a:off x="12176765" y="1890401"/>
              <a:ext cx="10537" cy="211909"/>
            </a:xfrm>
            <a:custGeom>
              <a:rect b="b" l="l" r="r" t="t"/>
              <a:pathLst>
                <a:path extrusionOk="0" h="211909" w="10537">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7" name="Google Shape;357;p89"/>
            <p:cNvSpPr/>
            <p:nvPr/>
          </p:nvSpPr>
          <p:spPr>
            <a:xfrm>
              <a:off x="11987075" y="1888496"/>
              <a:ext cx="197054" cy="247712"/>
            </a:xfrm>
            <a:custGeom>
              <a:rect b="b" l="l" r="r" t="t"/>
              <a:pathLst>
                <a:path extrusionOk="0" h="247712" w="197054">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8" name="Google Shape;358;p89"/>
            <p:cNvSpPr/>
            <p:nvPr/>
          </p:nvSpPr>
          <p:spPr>
            <a:xfrm>
              <a:off x="12184256" y="1886300"/>
              <a:ext cx="888" cy="38"/>
            </a:xfrm>
            <a:custGeom>
              <a:rect b="b" l="l" r="r" t="t"/>
              <a:pathLst>
                <a:path extrusionOk="0" h="38" w="888">
                  <a:moveTo>
                    <a:pt x="889" y="38"/>
                  </a:moveTo>
                  <a:lnTo>
                    <a:pt x="889" y="38"/>
                  </a:lnTo>
                  <a:lnTo>
                    <a:pt x="0" y="38"/>
                  </a:lnTo>
                  <a:cubicBezTo>
                    <a:pt x="292" y="-13"/>
                    <a:pt x="597" y="-13"/>
                    <a:pt x="889" y="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59" name="Google Shape;359;p89"/>
            <p:cNvSpPr/>
            <p:nvPr/>
          </p:nvSpPr>
          <p:spPr>
            <a:xfrm>
              <a:off x="11994185" y="2133796"/>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0" name="Google Shape;360;p89"/>
            <p:cNvSpPr/>
            <p:nvPr/>
          </p:nvSpPr>
          <p:spPr>
            <a:xfrm>
              <a:off x="11987836" y="2137986"/>
              <a:ext cx="10804" cy="207210"/>
            </a:xfrm>
            <a:custGeom>
              <a:rect b="b" l="l" r="r" t="t"/>
              <a:pathLst>
                <a:path extrusionOk="0" h="207210" w="10804">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1" name="Google Shape;361;p89"/>
            <p:cNvSpPr/>
            <p:nvPr/>
          </p:nvSpPr>
          <p:spPr>
            <a:xfrm>
              <a:off x="11996470" y="2135066"/>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2" name="Google Shape;362;p89"/>
            <p:cNvSpPr/>
            <p:nvPr/>
          </p:nvSpPr>
          <p:spPr>
            <a:xfrm>
              <a:off x="11997359" y="213659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3" name="Google Shape;363;p89"/>
            <p:cNvSpPr/>
            <p:nvPr/>
          </p:nvSpPr>
          <p:spPr>
            <a:xfrm>
              <a:off x="10397976" y="1652845"/>
              <a:ext cx="1596716" cy="487426"/>
            </a:xfrm>
            <a:custGeom>
              <a:rect b="b" l="l" r="r" t="t"/>
              <a:pathLst>
                <a:path extrusionOk="0" h="487426" w="159671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4" name="Google Shape;364;p89"/>
            <p:cNvSpPr/>
            <p:nvPr/>
          </p:nvSpPr>
          <p:spPr>
            <a:xfrm>
              <a:off x="11995962" y="2134431"/>
              <a:ext cx="761" cy="761"/>
            </a:xfrm>
            <a:custGeom>
              <a:rect b="b" l="l" r="r" t="t"/>
              <a:pathLst>
                <a:path extrusionOk="0" h="761" w="761">
                  <a:moveTo>
                    <a:pt x="0" y="0"/>
                  </a:moveTo>
                  <a:lnTo>
                    <a:pt x="0" y="0"/>
                  </a:lnTo>
                  <a:lnTo>
                    <a:pt x="762"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5" name="Google Shape;365;p89"/>
            <p:cNvSpPr/>
            <p:nvPr/>
          </p:nvSpPr>
          <p:spPr>
            <a:xfrm>
              <a:off x="11997359" y="213951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6" name="Google Shape;366;p89"/>
            <p:cNvSpPr/>
            <p:nvPr/>
          </p:nvSpPr>
          <p:spPr>
            <a:xfrm>
              <a:off x="11997613" y="213773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7" name="Google Shape;367;p89"/>
            <p:cNvSpPr/>
            <p:nvPr/>
          </p:nvSpPr>
          <p:spPr>
            <a:xfrm>
              <a:off x="11997105" y="2135955"/>
              <a:ext cx="12696" cy="888"/>
            </a:xfrm>
            <a:custGeom>
              <a:rect b="b" l="l" r="r" t="t"/>
              <a:pathLst>
                <a:path extrusionOk="0" h="888" w="12696">
                  <a:moveTo>
                    <a:pt x="0" y="0"/>
                  </a:moveTo>
                  <a:cubicBezTo>
                    <a:pt x="0" y="0"/>
                    <a:pt x="0" y="0"/>
                    <a:pt x="0" y="0"/>
                  </a:cubicBezTo>
                  <a:lnTo>
                    <a:pt x="0" y="88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8" name="Google Shape;368;p89"/>
            <p:cNvSpPr/>
            <p:nvPr/>
          </p:nvSpPr>
          <p:spPr>
            <a:xfrm>
              <a:off x="11112136" y="2825894"/>
              <a:ext cx="175470" cy="148932"/>
            </a:xfrm>
            <a:custGeom>
              <a:rect b="b" l="l" r="r" t="t"/>
              <a:pathLst>
                <a:path extrusionOk="0" h="148932" w="175470">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69" name="Google Shape;369;p89"/>
            <p:cNvSpPr/>
            <p:nvPr/>
          </p:nvSpPr>
          <p:spPr>
            <a:xfrm>
              <a:off x="9832931" y="2603574"/>
              <a:ext cx="1275650" cy="372013"/>
            </a:xfrm>
            <a:custGeom>
              <a:rect b="b" l="l" r="r" t="t"/>
              <a:pathLst>
                <a:path extrusionOk="0" h="372013" w="1275650">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0" name="Google Shape;370;p89"/>
            <p:cNvSpPr/>
            <p:nvPr/>
          </p:nvSpPr>
          <p:spPr>
            <a:xfrm>
              <a:off x="11113914" y="2971398"/>
              <a:ext cx="9" cy="888"/>
            </a:xfrm>
            <a:custGeom>
              <a:rect b="b" l="l" r="r" t="t"/>
              <a:pathLst>
                <a:path extrusionOk="0" h="888" w="9">
                  <a:moveTo>
                    <a:pt x="0" y="762"/>
                  </a:moveTo>
                  <a:cubicBezTo>
                    <a:pt x="0" y="762"/>
                    <a:pt x="0" y="762"/>
                    <a:pt x="0" y="0"/>
                  </a:cubicBezTo>
                  <a:cubicBezTo>
                    <a:pt x="12" y="292"/>
                    <a:pt x="12" y="597"/>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1" name="Google Shape;371;p89"/>
            <p:cNvSpPr/>
            <p:nvPr/>
          </p:nvSpPr>
          <p:spPr>
            <a:xfrm>
              <a:off x="9829884" y="250162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2" name="Google Shape;372;p89"/>
            <p:cNvSpPr/>
            <p:nvPr/>
          </p:nvSpPr>
          <p:spPr>
            <a:xfrm>
              <a:off x="9831153" y="2500096"/>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3" name="Google Shape;373;p89"/>
            <p:cNvSpPr/>
            <p:nvPr/>
          </p:nvSpPr>
          <p:spPr>
            <a:xfrm>
              <a:off x="9831106" y="2505302"/>
              <a:ext cx="9069" cy="107160"/>
            </a:xfrm>
            <a:custGeom>
              <a:rect b="b" l="l" r="r" t="t"/>
              <a:pathLst>
                <a:path extrusionOk="0" h="107160" w="9069">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4" name="Google Shape;374;p89"/>
            <p:cNvSpPr/>
            <p:nvPr/>
          </p:nvSpPr>
          <p:spPr>
            <a:xfrm>
              <a:off x="11103502" y="2869063"/>
              <a:ext cx="10538" cy="106404"/>
            </a:xfrm>
            <a:custGeom>
              <a:rect b="b" l="l" r="r" t="t"/>
              <a:pathLst>
                <a:path extrusionOk="0" h="106404" w="10538">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5" name="Google Shape;375;p89"/>
            <p:cNvSpPr/>
            <p:nvPr/>
          </p:nvSpPr>
          <p:spPr>
            <a:xfrm>
              <a:off x="9830861" y="2500223"/>
              <a:ext cx="673" cy="761"/>
            </a:xfrm>
            <a:custGeom>
              <a:rect b="b" l="l" r="r" t="t"/>
              <a:pathLst>
                <a:path extrusionOk="0" h="761" w="673">
                  <a:moveTo>
                    <a:pt x="38" y="127"/>
                  </a:moveTo>
                  <a:cubicBezTo>
                    <a:pt x="-13" y="330"/>
                    <a:pt x="-13" y="559"/>
                    <a:pt x="38" y="762"/>
                  </a:cubicBezTo>
                  <a:lnTo>
                    <a:pt x="67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6" name="Google Shape;376;p89"/>
            <p:cNvSpPr/>
            <p:nvPr/>
          </p:nvSpPr>
          <p:spPr>
            <a:xfrm>
              <a:off x="9829719" y="2501239"/>
              <a:ext cx="37" cy="761"/>
            </a:xfrm>
            <a:custGeom>
              <a:rect b="b" l="l" r="r" t="t"/>
              <a:pathLst>
                <a:path extrusionOk="0" h="761" w="37">
                  <a:moveTo>
                    <a:pt x="38" y="762"/>
                  </a:moveTo>
                  <a:lnTo>
                    <a:pt x="38" y="762"/>
                  </a:lnTo>
                  <a:lnTo>
                    <a:pt x="38" y="762"/>
                  </a:lnTo>
                  <a:cubicBezTo>
                    <a:pt x="-13" y="508"/>
                    <a:pt x="-13" y="254"/>
                    <a:pt x="3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7" name="Google Shape;377;p89"/>
            <p:cNvSpPr/>
            <p:nvPr/>
          </p:nvSpPr>
          <p:spPr>
            <a:xfrm>
              <a:off x="11108835" y="2870840"/>
              <a:ext cx="3301" cy="1142"/>
            </a:xfrm>
            <a:custGeom>
              <a:rect b="b" l="l" r="r" t="t"/>
              <a:pathLst>
                <a:path extrusionOk="0" h="1142" w="3301">
                  <a:moveTo>
                    <a:pt x="3301" y="0"/>
                  </a:moveTo>
                  <a:cubicBezTo>
                    <a:pt x="2362" y="736"/>
                    <a:pt x="1193" y="1130"/>
                    <a:pt x="0" y="1143"/>
                  </a:cubicBezTo>
                  <a:cubicBezTo>
                    <a:pt x="1193" y="1130"/>
                    <a:pt x="2362" y="736"/>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8" name="Google Shape;378;p89"/>
            <p:cNvSpPr/>
            <p:nvPr/>
          </p:nvSpPr>
          <p:spPr>
            <a:xfrm>
              <a:off x="9833185" y="2501493"/>
              <a:ext cx="1275649" cy="370594"/>
            </a:xfrm>
            <a:custGeom>
              <a:rect b="b" l="l" r="r" t="t"/>
              <a:pathLst>
                <a:path extrusionOk="0" h="370594" w="1275649">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79" name="Google Shape;379;p89"/>
            <p:cNvSpPr/>
            <p:nvPr/>
          </p:nvSpPr>
          <p:spPr>
            <a:xfrm>
              <a:off x="10025123" y="2340343"/>
              <a:ext cx="1261087" cy="385627"/>
            </a:xfrm>
            <a:custGeom>
              <a:rect b="b" l="l" r="r" t="t"/>
              <a:pathLst>
                <a:path extrusionOk="0" h="385627" w="126108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0" name="Google Shape;380;p89"/>
            <p:cNvSpPr/>
            <p:nvPr/>
          </p:nvSpPr>
          <p:spPr>
            <a:xfrm>
              <a:off x="11289384" y="2724955"/>
              <a:ext cx="47" cy="761"/>
            </a:xfrm>
            <a:custGeom>
              <a:rect b="b" l="l" r="r" t="t"/>
              <a:pathLst>
                <a:path extrusionOk="0" h="761" w="47">
                  <a:moveTo>
                    <a:pt x="0" y="635"/>
                  </a:moveTo>
                  <a:cubicBezTo>
                    <a:pt x="64" y="432"/>
                    <a:pt x="64" y="203"/>
                    <a:pt x="0" y="0"/>
                  </a:cubicBezTo>
                  <a:cubicBezTo>
                    <a:pt x="50" y="254"/>
                    <a:pt x="50" y="508"/>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1" name="Google Shape;381;p89"/>
            <p:cNvSpPr/>
            <p:nvPr/>
          </p:nvSpPr>
          <p:spPr>
            <a:xfrm>
              <a:off x="11104869" y="2721066"/>
              <a:ext cx="184435" cy="152824"/>
            </a:xfrm>
            <a:custGeom>
              <a:rect b="b" l="l" r="r" t="t"/>
              <a:pathLst>
                <a:path extrusionOk="0" h="152824" w="184435">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2" name="Google Shape;382;p89"/>
            <p:cNvSpPr/>
            <p:nvPr/>
          </p:nvSpPr>
          <p:spPr>
            <a:xfrm>
              <a:off x="11617470" y="2340221"/>
              <a:ext cx="379901" cy="502813"/>
            </a:xfrm>
            <a:custGeom>
              <a:rect b="b" l="l" r="r" t="t"/>
              <a:pathLst>
                <a:path extrusionOk="0" h="502813" w="379901">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3" name="Google Shape;383;p89"/>
            <p:cNvSpPr/>
            <p:nvPr/>
          </p:nvSpPr>
          <p:spPr>
            <a:xfrm>
              <a:off x="11279052" y="2743111"/>
              <a:ext cx="47" cy="1015"/>
            </a:xfrm>
            <a:custGeom>
              <a:rect b="b" l="l" r="r" t="t"/>
              <a:pathLst>
                <a:path extrusionOk="0" h="1015" w="47">
                  <a:moveTo>
                    <a:pt x="48" y="1016"/>
                  </a:moveTo>
                  <a:cubicBezTo>
                    <a:pt x="-16" y="685"/>
                    <a:pt x="-16" y="330"/>
                    <a:pt x="48" y="0"/>
                  </a:cubicBezTo>
                  <a:lnTo>
                    <a:pt x="48"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4" name="Google Shape;384;p89"/>
            <p:cNvSpPr/>
            <p:nvPr/>
          </p:nvSpPr>
          <p:spPr>
            <a:xfrm>
              <a:off x="11618476" y="2840876"/>
              <a:ext cx="9" cy="888"/>
            </a:xfrm>
            <a:custGeom>
              <a:rect b="b" l="l" r="r" t="t"/>
              <a:pathLst>
                <a:path extrusionOk="0" h="888" w="9">
                  <a:moveTo>
                    <a:pt x="9" y="762"/>
                  </a:moveTo>
                  <a:cubicBezTo>
                    <a:pt x="9" y="762"/>
                    <a:pt x="9" y="762"/>
                    <a:pt x="9" y="0"/>
                  </a:cubicBezTo>
                  <a:cubicBezTo>
                    <a:pt x="-3" y="292"/>
                    <a:pt x="-3" y="597"/>
                    <a:pt x="9"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5" name="Google Shape;385;p89"/>
            <p:cNvSpPr/>
            <p:nvPr/>
          </p:nvSpPr>
          <p:spPr>
            <a:xfrm>
              <a:off x="11285067" y="2740191"/>
              <a:ext cx="328213" cy="104754"/>
            </a:xfrm>
            <a:custGeom>
              <a:rect b="b" l="l" r="r" t="t"/>
              <a:pathLst>
                <a:path extrusionOk="0" h="104754" w="328213">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6" name="Google Shape;386;p89"/>
            <p:cNvSpPr/>
            <p:nvPr/>
          </p:nvSpPr>
          <p:spPr>
            <a:xfrm>
              <a:off x="9832709" y="2320830"/>
              <a:ext cx="166804" cy="51410"/>
            </a:xfrm>
            <a:custGeom>
              <a:rect b="b" l="l" r="r" t="t"/>
              <a:pathLst>
                <a:path extrusionOk="0" h="51410" w="166804">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7" name="Google Shape;387;p89"/>
            <p:cNvSpPr/>
            <p:nvPr/>
          </p:nvSpPr>
          <p:spPr>
            <a:xfrm>
              <a:off x="10002687" y="2372748"/>
              <a:ext cx="47" cy="761"/>
            </a:xfrm>
            <a:custGeom>
              <a:rect b="b" l="l" r="r" t="t"/>
              <a:pathLst>
                <a:path extrusionOk="0" h="761" w="47">
                  <a:moveTo>
                    <a:pt x="0" y="0"/>
                  </a:moveTo>
                  <a:lnTo>
                    <a:pt x="0" y="0"/>
                  </a:lnTo>
                  <a:cubicBezTo>
                    <a:pt x="64" y="254"/>
                    <a:pt x="64" y="508"/>
                    <a:pt x="0" y="762"/>
                  </a:cubicBez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8" name="Google Shape;388;p89"/>
            <p:cNvSpPr/>
            <p:nvPr/>
          </p:nvSpPr>
          <p:spPr>
            <a:xfrm>
              <a:off x="11610614" y="2134414"/>
              <a:ext cx="386148" cy="498743"/>
            </a:xfrm>
            <a:custGeom>
              <a:rect b="b" l="l" r="r" t="t"/>
              <a:pathLst>
                <a:path extrusionOk="0" h="498743" w="386148">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89" name="Google Shape;389;p89"/>
            <p:cNvSpPr/>
            <p:nvPr/>
          </p:nvSpPr>
          <p:spPr>
            <a:xfrm>
              <a:off x="11608074" y="2632904"/>
              <a:ext cx="10586" cy="212187"/>
            </a:xfrm>
            <a:custGeom>
              <a:rect b="b" l="l" r="r" t="t"/>
              <a:pathLst>
                <a:path extrusionOk="0" h="212187" w="10586">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0" name="Google Shape;390;p89"/>
            <p:cNvSpPr/>
            <p:nvPr/>
          </p:nvSpPr>
          <p:spPr>
            <a:xfrm>
              <a:off x="9833010" y="2113154"/>
              <a:ext cx="1785220" cy="523050"/>
            </a:xfrm>
            <a:custGeom>
              <a:rect b="b" l="l" r="r" t="t"/>
              <a:pathLst>
                <a:path extrusionOk="0" h="523050" w="178522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1" name="Google Shape;391;p89"/>
            <p:cNvSpPr/>
            <p:nvPr/>
          </p:nvSpPr>
          <p:spPr>
            <a:xfrm>
              <a:off x="9848167" y="355369"/>
              <a:ext cx="218004" cy="175087"/>
            </a:xfrm>
            <a:custGeom>
              <a:rect b="b" l="l" r="r" t="t"/>
              <a:pathLst>
                <a:path extrusionOk="0" h="175087" w="218004">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2" name="Google Shape;392;p89"/>
            <p:cNvSpPr/>
            <p:nvPr/>
          </p:nvSpPr>
          <p:spPr>
            <a:xfrm>
              <a:off x="10056255" y="317787"/>
              <a:ext cx="55909" cy="45835"/>
            </a:xfrm>
            <a:custGeom>
              <a:rect b="b" l="l" r="r" t="t"/>
              <a:pathLst>
                <a:path extrusionOk="0" h="45835" w="55909">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3" name="Google Shape;393;p89"/>
            <p:cNvSpPr/>
            <p:nvPr/>
          </p:nvSpPr>
          <p:spPr>
            <a:xfrm>
              <a:off x="9211168" y="515220"/>
              <a:ext cx="133697" cy="111225"/>
            </a:xfrm>
            <a:custGeom>
              <a:rect b="b" l="l" r="r" t="t"/>
              <a:pathLst>
                <a:path extrusionOk="0" h="111225" w="133697">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4" name="Google Shape;394;p89"/>
            <p:cNvSpPr/>
            <p:nvPr/>
          </p:nvSpPr>
          <p:spPr>
            <a:xfrm>
              <a:off x="9336337" y="413520"/>
              <a:ext cx="134734" cy="112239"/>
            </a:xfrm>
            <a:custGeom>
              <a:rect b="b" l="l" r="r" t="t"/>
              <a:pathLst>
                <a:path extrusionOk="0" h="112239" w="134734">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5" name="Google Shape;395;p89"/>
            <p:cNvSpPr/>
            <p:nvPr/>
          </p:nvSpPr>
          <p:spPr>
            <a:xfrm>
              <a:off x="9847786" y="527155"/>
              <a:ext cx="1048638" cy="324528"/>
            </a:xfrm>
            <a:custGeom>
              <a:rect b="b" l="l" r="r" t="t"/>
              <a:pathLst>
                <a:path extrusionOk="0" h="324528" w="104863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6" name="Google Shape;396;p89"/>
            <p:cNvSpPr/>
            <p:nvPr/>
          </p:nvSpPr>
          <p:spPr>
            <a:xfrm>
              <a:off x="8949740" y="234750"/>
              <a:ext cx="38" cy="888"/>
            </a:xfrm>
            <a:custGeom>
              <a:rect b="b" l="l" r="r" t="t"/>
              <a:pathLst>
                <a:path extrusionOk="0" h="888" w="38">
                  <a:moveTo>
                    <a:pt x="0" y="0"/>
                  </a:moveTo>
                  <a:cubicBezTo>
                    <a:pt x="51" y="292"/>
                    <a:pt x="51" y="597"/>
                    <a:pt x="0" y="889"/>
                  </a:cubicBezTo>
                  <a:lnTo>
                    <a:pt x="0" y="2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7" name="Google Shape;397;p89"/>
            <p:cNvSpPr/>
            <p:nvPr/>
          </p:nvSpPr>
          <p:spPr>
            <a:xfrm>
              <a:off x="8948598" y="233227"/>
              <a:ext cx="12696" cy="761"/>
            </a:xfrm>
            <a:custGeom>
              <a:rect b="b" l="l" r="r" t="t"/>
              <a:pathLst>
                <a:path extrusionOk="0" h="761" w="12696">
                  <a:moveTo>
                    <a:pt x="0" y="0"/>
                  </a:moveTo>
                  <a:lnTo>
                    <a:pt x="0" y="762"/>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8" name="Google Shape;398;p89"/>
            <p:cNvSpPr/>
            <p:nvPr/>
          </p:nvSpPr>
          <p:spPr>
            <a:xfrm>
              <a:off x="8946820" y="232211"/>
              <a:ext cx="1015" cy="12696"/>
            </a:xfrm>
            <a:custGeom>
              <a:rect b="b" l="l" r="r" t="t"/>
              <a:pathLst>
                <a:path extrusionOk="0" h="12696" w="1015">
                  <a:moveTo>
                    <a:pt x="0" y="0"/>
                  </a:moveTo>
                  <a:lnTo>
                    <a:pt x="1016" y="0"/>
                  </a:lnTo>
                  <a:lnTo>
                    <a:pt x="25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399" name="Google Shape;399;p89"/>
            <p:cNvSpPr/>
            <p:nvPr/>
          </p:nvSpPr>
          <p:spPr>
            <a:xfrm>
              <a:off x="8939455" y="236782"/>
              <a:ext cx="11014" cy="164041"/>
            </a:xfrm>
            <a:custGeom>
              <a:rect b="b" l="l" r="r" t="t"/>
              <a:pathLst>
                <a:path extrusionOk="0" h="164041" w="11014">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0" name="Google Shape;400;p89"/>
            <p:cNvSpPr/>
            <p:nvPr/>
          </p:nvSpPr>
          <p:spPr>
            <a:xfrm>
              <a:off x="8938439" y="395992"/>
              <a:ext cx="10967" cy="466870"/>
            </a:xfrm>
            <a:custGeom>
              <a:rect b="b" l="l" r="r" t="t"/>
              <a:pathLst>
                <a:path extrusionOk="0" h="466870" w="10967">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1" name="Google Shape;401;p89"/>
            <p:cNvSpPr/>
            <p:nvPr/>
          </p:nvSpPr>
          <p:spPr>
            <a:xfrm>
              <a:off x="9146541" y="1273975"/>
              <a:ext cx="497461" cy="104494"/>
            </a:xfrm>
            <a:custGeom>
              <a:rect b="b" l="l" r="r" t="t"/>
              <a:pathLst>
                <a:path extrusionOk="0" h="104494" w="497461">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2" name="Google Shape;402;p89"/>
            <p:cNvSpPr/>
            <p:nvPr/>
          </p:nvSpPr>
          <p:spPr>
            <a:xfrm>
              <a:off x="9637563" y="1369061"/>
              <a:ext cx="903470" cy="182464"/>
            </a:xfrm>
            <a:custGeom>
              <a:rect b="b" l="l" r="r" t="t"/>
              <a:pathLst>
                <a:path extrusionOk="0" h="182464" w="903470">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3" name="Google Shape;403;p89"/>
            <p:cNvSpPr/>
            <p:nvPr/>
          </p:nvSpPr>
          <p:spPr>
            <a:xfrm>
              <a:off x="8747480" y="1997053"/>
              <a:ext cx="9960" cy="48507"/>
            </a:xfrm>
            <a:custGeom>
              <a:rect b="b" l="l" r="r" t="t"/>
              <a:pathLst>
                <a:path extrusionOk="0" h="48507" w="9960">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4" name="Google Shape;404;p89"/>
            <p:cNvSpPr/>
            <p:nvPr/>
          </p:nvSpPr>
          <p:spPr>
            <a:xfrm>
              <a:off x="8747734" y="1937124"/>
              <a:ext cx="10791" cy="65070"/>
            </a:xfrm>
            <a:custGeom>
              <a:rect b="b" l="l" r="r" t="t"/>
              <a:pathLst>
                <a:path extrusionOk="0" h="65070" w="10791">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5" name="Google Shape;405;p89"/>
            <p:cNvSpPr/>
            <p:nvPr/>
          </p:nvSpPr>
          <p:spPr>
            <a:xfrm>
              <a:off x="8755097" y="1932681"/>
              <a:ext cx="1143" cy="12696"/>
            </a:xfrm>
            <a:custGeom>
              <a:rect b="b" l="l" r="r" t="t"/>
              <a:pathLst>
                <a:path extrusionOk="0" h="12696" w="1143">
                  <a:moveTo>
                    <a:pt x="0" y="0"/>
                  </a:moveTo>
                  <a:lnTo>
                    <a:pt x="0" y="0"/>
                  </a:lnTo>
                  <a:lnTo>
                    <a:pt x="11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6" name="Google Shape;406;p89"/>
            <p:cNvSpPr/>
            <p:nvPr/>
          </p:nvSpPr>
          <p:spPr>
            <a:xfrm>
              <a:off x="8757891" y="1935347"/>
              <a:ext cx="85" cy="888"/>
            </a:xfrm>
            <a:custGeom>
              <a:rect b="b" l="l" r="r" t="t"/>
              <a:pathLst>
                <a:path extrusionOk="0" h="888" w="85">
                  <a:moveTo>
                    <a:pt x="0" y="0"/>
                  </a:moveTo>
                  <a:lnTo>
                    <a:pt x="0" y="0"/>
                  </a:lnTo>
                  <a:cubicBezTo>
                    <a:pt x="76" y="292"/>
                    <a:pt x="76" y="597"/>
                    <a:pt x="0" y="889"/>
                  </a:cubicBezTo>
                  <a:cubicBezTo>
                    <a:pt x="114" y="609"/>
                    <a:pt x="114" y="279"/>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7" name="Google Shape;407;p89"/>
            <p:cNvSpPr/>
            <p:nvPr/>
          </p:nvSpPr>
          <p:spPr>
            <a:xfrm>
              <a:off x="8756748" y="1933823"/>
              <a:ext cx="12696" cy="761"/>
            </a:xfrm>
            <a:custGeom>
              <a:rect b="b" l="l" r="r" t="t"/>
              <a:pathLst>
                <a:path extrusionOk="0" h="761" w="12696">
                  <a:moveTo>
                    <a:pt x="0" y="0"/>
                  </a:moveTo>
                  <a:lnTo>
                    <a:pt x="0" y="0"/>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8" name="Google Shape;408;p89"/>
            <p:cNvSpPr/>
            <p:nvPr/>
          </p:nvSpPr>
          <p:spPr>
            <a:xfrm>
              <a:off x="8583389" y="1882920"/>
              <a:ext cx="83084" cy="32493"/>
            </a:xfrm>
            <a:custGeom>
              <a:rect b="b" l="l" r="r" t="t"/>
              <a:pathLst>
                <a:path extrusionOk="0" h="32493" w="83084">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09" name="Google Shape;409;p89"/>
            <p:cNvSpPr/>
            <p:nvPr/>
          </p:nvSpPr>
          <p:spPr>
            <a:xfrm>
              <a:off x="8664443" y="1908303"/>
              <a:ext cx="93416" cy="33773"/>
            </a:xfrm>
            <a:custGeom>
              <a:rect b="b" l="l" r="r" t="t"/>
              <a:pathLst>
                <a:path extrusionOk="0" h="33773" w="93416">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0" name="Google Shape;410;p89"/>
            <p:cNvSpPr/>
            <p:nvPr/>
          </p:nvSpPr>
          <p:spPr>
            <a:xfrm>
              <a:off x="4270785" y="33761"/>
              <a:ext cx="9951" cy="613971"/>
            </a:xfrm>
            <a:custGeom>
              <a:rect b="b" l="l" r="r" t="t"/>
              <a:pathLst>
                <a:path extrusionOk="0" h="613971" w="995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1" name="Google Shape;411;p89"/>
            <p:cNvSpPr/>
            <p:nvPr/>
          </p:nvSpPr>
          <p:spPr>
            <a:xfrm>
              <a:off x="4127359" y="152730"/>
              <a:ext cx="10459" cy="191726"/>
            </a:xfrm>
            <a:custGeom>
              <a:rect b="b" l="l" r="r" t="t"/>
              <a:pathLst>
                <a:path extrusionOk="0" h="191726" w="10459">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2" name="Google Shape;412;p89"/>
            <p:cNvSpPr/>
            <p:nvPr/>
          </p:nvSpPr>
          <p:spPr>
            <a:xfrm>
              <a:off x="8660341" y="1814474"/>
              <a:ext cx="9081" cy="99266"/>
            </a:xfrm>
            <a:custGeom>
              <a:rect b="b" l="l" r="r" t="t"/>
              <a:pathLst>
                <a:path extrusionOk="0" h="99266" w="9081">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3" name="Google Shape;413;p89"/>
            <p:cNvSpPr/>
            <p:nvPr/>
          </p:nvSpPr>
          <p:spPr>
            <a:xfrm>
              <a:off x="9064646" y="1248709"/>
              <a:ext cx="89130" cy="35043"/>
            </a:xfrm>
            <a:custGeom>
              <a:rect b="b" l="l" r="r" t="t"/>
              <a:pathLst>
                <a:path extrusionOk="0" h="35043" w="89130">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4" name="Google Shape;414;p89"/>
            <p:cNvSpPr/>
            <p:nvPr/>
          </p:nvSpPr>
          <p:spPr>
            <a:xfrm>
              <a:off x="7762587" y="1114886"/>
              <a:ext cx="1307783" cy="143350"/>
            </a:xfrm>
            <a:custGeom>
              <a:rect b="b" l="l" r="r" t="t"/>
              <a:pathLst>
                <a:path extrusionOk="0" h="143350" w="1307783">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5" name="Google Shape;415;p89"/>
            <p:cNvSpPr/>
            <p:nvPr/>
          </p:nvSpPr>
          <p:spPr>
            <a:xfrm>
              <a:off x="5828432" y="1114886"/>
              <a:ext cx="10840" cy="178622"/>
            </a:xfrm>
            <a:custGeom>
              <a:rect b="b" l="l" r="r" t="t"/>
              <a:pathLst>
                <a:path extrusionOk="0" h="178622" w="10840">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6" name="Google Shape;416;p89"/>
            <p:cNvSpPr/>
            <p:nvPr/>
          </p:nvSpPr>
          <p:spPr>
            <a:xfrm>
              <a:off x="5828804" y="1080097"/>
              <a:ext cx="56" cy="112"/>
            </a:xfrm>
            <a:custGeom>
              <a:rect b="b" l="l" r="r" t="t"/>
              <a:pathLst>
                <a:path extrusionOk="0" h="112" w="56">
                  <a:moveTo>
                    <a:pt x="56" y="0"/>
                  </a:moveTo>
                  <a:cubicBezTo>
                    <a:pt x="56" y="0"/>
                    <a:pt x="-71" y="254"/>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7" name="Google Shape;417;p89"/>
            <p:cNvSpPr/>
            <p:nvPr/>
          </p:nvSpPr>
          <p:spPr>
            <a:xfrm>
              <a:off x="5828988" y="1082382"/>
              <a:ext cx="10791" cy="37519"/>
            </a:xfrm>
            <a:custGeom>
              <a:rect b="b" l="l" r="r" t="t"/>
              <a:pathLst>
                <a:path extrusionOk="0" h="37519" w="10791">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8" name="Google Shape;418;p89"/>
            <p:cNvSpPr/>
            <p:nvPr/>
          </p:nvSpPr>
          <p:spPr>
            <a:xfrm>
              <a:off x="5829368" y="1016613"/>
              <a:ext cx="40502" cy="69927"/>
            </a:xfrm>
            <a:custGeom>
              <a:rect b="b" l="l" r="r" t="t"/>
              <a:pathLst>
                <a:path extrusionOk="0" h="69927" w="40502">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19" name="Google Shape;419;p89"/>
            <p:cNvSpPr/>
            <p:nvPr/>
          </p:nvSpPr>
          <p:spPr>
            <a:xfrm>
              <a:off x="5859391" y="927610"/>
              <a:ext cx="50475" cy="94342"/>
            </a:xfrm>
            <a:custGeom>
              <a:rect b="b" l="l" r="r" t="t"/>
              <a:pathLst>
                <a:path extrusionOk="0" h="94342" w="50475">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0" name="Google Shape;420;p89"/>
            <p:cNvSpPr/>
            <p:nvPr/>
          </p:nvSpPr>
          <p:spPr>
            <a:xfrm>
              <a:off x="8660976" y="1762926"/>
              <a:ext cx="38" cy="1015"/>
            </a:xfrm>
            <a:custGeom>
              <a:rect b="b" l="l" r="r" t="t"/>
              <a:pathLst>
                <a:path extrusionOk="0" h="1015" w="38">
                  <a:moveTo>
                    <a:pt x="38" y="254"/>
                  </a:moveTo>
                  <a:cubicBezTo>
                    <a:pt x="38" y="254"/>
                    <a:pt x="38" y="254"/>
                    <a:pt x="38" y="1016"/>
                  </a:cubicBezTo>
                  <a:cubicBezTo>
                    <a:pt x="-13" y="673"/>
                    <a:pt x="-13" y="330"/>
                    <a:pt x="3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1" name="Google Shape;421;p89"/>
            <p:cNvSpPr/>
            <p:nvPr/>
          </p:nvSpPr>
          <p:spPr>
            <a:xfrm>
              <a:off x="8662284" y="1728391"/>
              <a:ext cx="47486" cy="37836"/>
            </a:xfrm>
            <a:custGeom>
              <a:rect b="b" l="l" r="r" t="t"/>
              <a:pathLst>
                <a:path extrusionOk="0" h="37836" w="4748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2" name="Google Shape;422;p89"/>
            <p:cNvSpPr/>
            <p:nvPr/>
          </p:nvSpPr>
          <p:spPr>
            <a:xfrm>
              <a:off x="8703400" y="1554955"/>
              <a:ext cx="222978" cy="183018"/>
            </a:xfrm>
            <a:custGeom>
              <a:rect b="b" l="l" r="r" t="t"/>
              <a:pathLst>
                <a:path extrusionOk="0" h="183018" w="22297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3" name="Google Shape;423;p89"/>
            <p:cNvSpPr/>
            <p:nvPr/>
          </p:nvSpPr>
          <p:spPr>
            <a:xfrm>
              <a:off x="11305022" y="971413"/>
              <a:ext cx="9432" cy="54849"/>
            </a:xfrm>
            <a:custGeom>
              <a:rect b="b" l="l" r="r" t="t"/>
              <a:pathLst>
                <a:path extrusionOk="0" h="54849" w="9432">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4" name="Google Shape;424;p89"/>
            <p:cNvSpPr/>
            <p:nvPr/>
          </p:nvSpPr>
          <p:spPr>
            <a:xfrm>
              <a:off x="11515349" y="1184337"/>
              <a:ext cx="9179" cy="194180"/>
            </a:xfrm>
            <a:custGeom>
              <a:rect b="b" l="l" r="r" t="t"/>
              <a:pathLst>
                <a:path extrusionOk="0" h="194180" w="9179">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5" name="Google Shape;425;p89"/>
            <p:cNvSpPr/>
            <p:nvPr/>
          </p:nvSpPr>
          <p:spPr>
            <a:xfrm>
              <a:off x="11516863" y="896376"/>
              <a:ext cx="309342" cy="275010"/>
            </a:xfrm>
            <a:custGeom>
              <a:rect b="b" l="l" r="r" t="t"/>
              <a:pathLst>
                <a:path extrusionOk="0" h="275010" w="309342">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6" name="Google Shape;426;p89"/>
            <p:cNvSpPr/>
            <p:nvPr/>
          </p:nvSpPr>
          <p:spPr>
            <a:xfrm>
              <a:off x="11816407" y="643076"/>
              <a:ext cx="292332" cy="261326"/>
            </a:xfrm>
            <a:custGeom>
              <a:rect b="b" l="l" r="r" t="t"/>
              <a:pathLst>
                <a:path extrusionOk="0" h="261326" w="292332">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7" name="Google Shape;427;p89"/>
            <p:cNvSpPr/>
            <p:nvPr/>
          </p:nvSpPr>
          <p:spPr>
            <a:xfrm>
              <a:off x="10534210" y="1541601"/>
              <a:ext cx="104208" cy="29604"/>
            </a:xfrm>
            <a:custGeom>
              <a:rect b="b" l="l" r="r" t="t"/>
              <a:pathLst>
                <a:path extrusionOk="0" h="29604" w="104208">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8" name="Google Shape;428;p89"/>
            <p:cNvSpPr/>
            <p:nvPr/>
          </p:nvSpPr>
          <p:spPr>
            <a:xfrm>
              <a:off x="9829245" y="2365541"/>
              <a:ext cx="171966" cy="141412"/>
            </a:xfrm>
            <a:custGeom>
              <a:rect b="b" l="l" r="r" t="t"/>
              <a:pathLst>
                <a:path extrusionOk="0" h="141412" w="171966">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29" name="Google Shape;429;p89"/>
            <p:cNvSpPr/>
            <p:nvPr/>
          </p:nvSpPr>
          <p:spPr>
            <a:xfrm>
              <a:off x="11280321" y="2740059"/>
              <a:ext cx="9872" cy="91046"/>
            </a:xfrm>
            <a:custGeom>
              <a:rect b="b" l="l" r="r" t="t"/>
              <a:pathLst>
                <a:path extrusionOk="0" h="91046" w="9872">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0" name="Google Shape;430;p89"/>
            <p:cNvSpPr/>
            <p:nvPr/>
          </p:nvSpPr>
          <p:spPr>
            <a:xfrm>
              <a:off x="9464449" y="412631"/>
              <a:ext cx="268050" cy="88369"/>
            </a:xfrm>
            <a:custGeom>
              <a:rect b="b" l="l" r="r" t="t"/>
              <a:pathLst>
                <a:path extrusionOk="0" h="88369" w="268050">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1" name="Google Shape;431;p89"/>
            <p:cNvSpPr/>
            <p:nvPr/>
          </p:nvSpPr>
          <p:spPr>
            <a:xfrm>
              <a:off x="9725425" y="491227"/>
              <a:ext cx="129435" cy="45579"/>
            </a:xfrm>
            <a:custGeom>
              <a:rect b="b" l="l" r="r" t="t"/>
              <a:pathLst>
                <a:path extrusionOk="0" h="45579" w="129435">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2" name="Google Shape;432;p89"/>
            <p:cNvSpPr/>
            <p:nvPr/>
          </p:nvSpPr>
          <p:spPr>
            <a:xfrm>
              <a:off x="8100642" y="-12696"/>
              <a:ext cx="849448" cy="254177"/>
            </a:xfrm>
            <a:custGeom>
              <a:rect b="b" l="l" r="r" t="t"/>
              <a:pathLst>
                <a:path extrusionOk="0" h="254177" w="849448">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3" name="Google Shape;433;p89"/>
            <p:cNvSpPr/>
            <p:nvPr/>
          </p:nvSpPr>
          <p:spPr>
            <a:xfrm>
              <a:off x="4127359" y="49251"/>
              <a:ext cx="10792" cy="108112"/>
            </a:xfrm>
            <a:custGeom>
              <a:rect b="b" l="l" r="r" t="t"/>
              <a:pathLst>
                <a:path extrusionOk="0" h="108112" w="1079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4" name="Google Shape;434;p89"/>
            <p:cNvSpPr/>
            <p:nvPr/>
          </p:nvSpPr>
          <p:spPr>
            <a:xfrm>
              <a:off x="8661519" y="1759745"/>
              <a:ext cx="9272" cy="47491"/>
            </a:xfrm>
            <a:custGeom>
              <a:rect b="b" l="l" r="r" t="t"/>
              <a:pathLst>
                <a:path extrusionOk="0" h="47491" w="9272">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5" name="Google Shape;435;p89"/>
            <p:cNvSpPr/>
            <p:nvPr/>
          </p:nvSpPr>
          <p:spPr>
            <a:xfrm>
              <a:off x="7576070" y="1096476"/>
              <a:ext cx="191864" cy="28827"/>
            </a:xfrm>
            <a:custGeom>
              <a:rect b="b" l="l" r="r" t="t"/>
              <a:pathLst>
                <a:path extrusionOk="0" h="28827" w="191864">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6" name="Google Shape;436;p89"/>
            <p:cNvSpPr/>
            <p:nvPr/>
          </p:nvSpPr>
          <p:spPr>
            <a:xfrm>
              <a:off x="11303604" y="1202620"/>
              <a:ext cx="9989" cy="396524"/>
            </a:xfrm>
            <a:custGeom>
              <a:rect b="b" l="l" r="r" t="t"/>
              <a:pathLst>
                <a:path extrusionOk="0" h="396524" w="9989">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7" name="Google Shape;437;p89"/>
            <p:cNvSpPr/>
            <p:nvPr/>
          </p:nvSpPr>
          <p:spPr>
            <a:xfrm>
              <a:off x="11196951" y="1679889"/>
              <a:ext cx="990272" cy="215590"/>
            </a:xfrm>
            <a:custGeom>
              <a:rect b="b" l="l" r="r" t="t"/>
              <a:pathLst>
                <a:path extrusionOk="0" h="215590" w="990272">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8" name="Google Shape;438;p89"/>
            <p:cNvSpPr/>
            <p:nvPr/>
          </p:nvSpPr>
          <p:spPr>
            <a:xfrm>
              <a:off x="4127359" y="-12695"/>
              <a:ext cx="10792" cy="66581"/>
            </a:xfrm>
            <a:custGeom>
              <a:rect b="b" l="l" r="r" t="t"/>
              <a:pathLst>
                <a:path extrusionOk="0" h="66581" w="10792">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39" name="Google Shape;439;p89"/>
            <p:cNvSpPr/>
            <p:nvPr/>
          </p:nvSpPr>
          <p:spPr>
            <a:xfrm>
              <a:off x="5901841" y="924816"/>
              <a:ext cx="180067" cy="26722"/>
            </a:xfrm>
            <a:custGeom>
              <a:rect b="b" l="l" r="r" t="t"/>
              <a:pathLst>
                <a:path extrusionOk="0" h="26722" w="180067">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0" name="Google Shape;440;p89"/>
            <p:cNvSpPr/>
            <p:nvPr/>
          </p:nvSpPr>
          <p:spPr>
            <a:xfrm>
              <a:off x="11303604" y="1019978"/>
              <a:ext cx="10791" cy="79164"/>
            </a:xfrm>
            <a:custGeom>
              <a:rect b="b" l="l" r="r" t="t"/>
              <a:pathLst>
                <a:path extrusionOk="0" h="79164" w="10791">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1" name="Google Shape;441;p89"/>
            <p:cNvSpPr/>
            <p:nvPr/>
          </p:nvSpPr>
          <p:spPr>
            <a:xfrm>
              <a:off x="11303604" y="1094507"/>
              <a:ext cx="10791" cy="112874"/>
            </a:xfrm>
            <a:custGeom>
              <a:rect b="b" l="l" r="r" t="t"/>
              <a:pathLst>
                <a:path extrusionOk="0" h="112874" w="10791">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2" name="Google Shape;442;p89"/>
            <p:cNvSpPr/>
            <p:nvPr/>
          </p:nvSpPr>
          <p:spPr>
            <a:xfrm>
              <a:off x="10631850" y="1561985"/>
              <a:ext cx="425562" cy="97462"/>
            </a:xfrm>
            <a:custGeom>
              <a:rect b="b" l="l" r="r" t="t"/>
              <a:pathLst>
                <a:path extrusionOk="0" h="97462" w="4255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3" name="Google Shape;443;p89"/>
            <p:cNvSpPr/>
            <p:nvPr/>
          </p:nvSpPr>
          <p:spPr>
            <a:xfrm>
              <a:off x="11050338" y="1649749"/>
              <a:ext cx="153307" cy="39667"/>
            </a:xfrm>
            <a:custGeom>
              <a:rect b="b" l="l" r="r" t="t"/>
              <a:pathLst>
                <a:path extrusionOk="0" h="39667" w="15330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4" name="Google Shape;444;p89"/>
            <p:cNvSpPr/>
            <p:nvPr/>
          </p:nvSpPr>
          <p:spPr>
            <a:xfrm>
              <a:off x="6075914" y="943178"/>
              <a:ext cx="979332" cy="109621"/>
            </a:xfrm>
            <a:custGeom>
              <a:rect b="b" l="l" r="r" t="t"/>
              <a:pathLst>
                <a:path extrusionOk="0" h="109621" w="979332">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5" name="Google Shape;445;p89"/>
            <p:cNvSpPr/>
            <p:nvPr/>
          </p:nvSpPr>
          <p:spPr>
            <a:xfrm>
              <a:off x="7049263" y="1042989"/>
              <a:ext cx="532272" cy="63176"/>
            </a:xfrm>
            <a:custGeom>
              <a:rect b="b" l="l" r="r" t="t"/>
              <a:pathLst>
                <a:path extrusionOk="0" h="63176" w="532272">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800"/>
              <a:buFont typeface="Arial"/>
              <a:buNone/>
              <a:defRPr b="1" i="0" sz="3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3" name="Google Shape;13;p7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000" u="none" cap="none" strike="noStrike">
                <a:solidFill>
                  <a:schemeClr val="dk1"/>
                </a:solidFill>
                <a:latin typeface="Avenir"/>
                <a:ea typeface="Avenir"/>
                <a:cs typeface="Avenir"/>
                <a:sym typeface="Avenir"/>
              </a:defRPr>
            </a:lvl1pPr>
            <a:lvl2pPr indent="0" lvl="1" marL="0" marR="0" rtl="0" algn="l">
              <a:spcBef>
                <a:spcPts val="0"/>
              </a:spcBef>
              <a:buNone/>
              <a:defRPr b="1" i="0" sz="1000" u="none" cap="none" strike="noStrike">
                <a:solidFill>
                  <a:schemeClr val="dk1"/>
                </a:solidFill>
                <a:latin typeface="Avenir"/>
                <a:ea typeface="Avenir"/>
                <a:cs typeface="Avenir"/>
                <a:sym typeface="Avenir"/>
              </a:defRPr>
            </a:lvl2pPr>
            <a:lvl3pPr indent="0" lvl="2" marL="0" marR="0" rtl="0" algn="l">
              <a:spcBef>
                <a:spcPts val="0"/>
              </a:spcBef>
              <a:buNone/>
              <a:defRPr b="1" i="0" sz="1000" u="none" cap="none" strike="noStrike">
                <a:solidFill>
                  <a:schemeClr val="dk1"/>
                </a:solidFill>
                <a:latin typeface="Avenir"/>
                <a:ea typeface="Avenir"/>
                <a:cs typeface="Avenir"/>
                <a:sym typeface="Avenir"/>
              </a:defRPr>
            </a:lvl3pPr>
            <a:lvl4pPr indent="0" lvl="3" marL="0" marR="0" rtl="0" algn="l">
              <a:spcBef>
                <a:spcPts val="0"/>
              </a:spcBef>
              <a:buNone/>
              <a:defRPr b="1" i="0" sz="1000" u="none" cap="none" strike="noStrike">
                <a:solidFill>
                  <a:schemeClr val="dk1"/>
                </a:solidFill>
                <a:latin typeface="Avenir"/>
                <a:ea typeface="Avenir"/>
                <a:cs typeface="Avenir"/>
                <a:sym typeface="Avenir"/>
              </a:defRPr>
            </a:lvl4pPr>
            <a:lvl5pPr indent="0" lvl="4" marL="0" marR="0" rtl="0" algn="l">
              <a:spcBef>
                <a:spcPts val="0"/>
              </a:spcBef>
              <a:buNone/>
              <a:defRPr b="1" i="0" sz="1000" u="none" cap="none" strike="noStrike">
                <a:solidFill>
                  <a:schemeClr val="dk1"/>
                </a:solidFill>
                <a:latin typeface="Avenir"/>
                <a:ea typeface="Avenir"/>
                <a:cs typeface="Avenir"/>
                <a:sym typeface="Avenir"/>
              </a:defRPr>
            </a:lvl5pPr>
            <a:lvl6pPr indent="0" lvl="5" marL="0" marR="0" rtl="0" algn="l">
              <a:spcBef>
                <a:spcPts val="0"/>
              </a:spcBef>
              <a:buNone/>
              <a:defRPr b="1" i="0" sz="1000" u="none" cap="none" strike="noStrike">
                <a:solidFill>
                  <a:schemeClr val="dk1"/>
                </a:solidFill>
                <a:latin typeface="Avenir"/>
                <a:ea typeface="Avenir"/>
                <a:cs typeface="Avenir"/>
                <a:sym typeface="Avenir"/>
              </a:defRPr>
            </a:lvl6pPr>
            <a:lvl7pPr indent="0" lvl="6" marL="0" marR="0" rtl="0" algn="l">
              <a:spcBef>
                <a:spcPts val="0"/>
              </a:spcBef>
              <a:buNone/>
              <a:defRPr b="1" i="0" sz="1000" u="none" cap="none" strike="noStrike">
                <a:solidFill>
                  <a:schemeClr val="dk1"/>
                </a:solidFill>
                <a:latin typeface="Avenir"/>
                <a:ea typeface="Avenir"/>
                <a:cs typeface="Avenir"/>
                <a:sym typeface="Avenir"/>
              </a:defRPr>
            </a:lvl7pPr>
            <a:lvl8pPr indent="0" lvl="7" marL="0" marR="0" rtl="0" algn="l">
              <a:spcBef>
                <a:spcPts val="0"/>
              </a:spcBef>
              <a:buNone/>
              <a:defRPr b="1" i="0" sz="1000" u="none" cap="none" strike="noStrike">
                <a:solidFill>
                  <a:schemeClr val="dk1"/>
                </a:solidFill>
                <a:latin typeface="Avenir"/>
                <a:ea typeface="Avenir"/>
                <a:cs typeface="Avenir"/>
                <a:sym typeface="Avenir"/>
              </a:defRPr>
            </a:lvl8pPr>
            <a:lvl9pPr indent="0" lvl="8" marL="0" marR="0" rtl="0" algn="l">
              <a:spcBef>
                <a:spcPts val="0"/>
              </a:spcBef>
              <a:buNone/>
              <a:defRPr b="1" i="0" sz="1000" u="none" cap="none" strike="noStrike">
                <a:solidFill>
                  <a:schemeClr val="dk1"/>
                </a:solidFill>
                <a:latin typeface="Avenir"/>
                <a:ea typeface="Avenir"/>
                <a:cs typeface="Avenir"/>
                <a:sym typeface="Avenir"/>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1920">
          <p15:clr>
            <a:srgbClr val="F26B43"/>
          </p15:clr>
        </p15:guide>
        <p15:guide id="3" pos="5760">
          <p15:clr>
            <a:srgbClr val="F26B43"/>
          </p15:clr>
        </p15:guide>
        <p15:guide id="4" pos="7104">
          <p15:clr>
            <a:srgbClr val="C35EA4"/>
          </p15:clr>
        </p15:guide>
        <p15:guide id="5" pos="576">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mailto:kkowarsc@uci.edu"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www.interviewbit.com/courses/programming/arrays/merge-sort-algorithm/" TargetMode="External"/><Relationship Id="rId4" Type="http://schemas.openxmlformats.org/officeDocument/2006/relationships/hyperlink" Target="https://colab.research.google.com/drive/1IDzPOftrosJe7DqTuFL2icVw48_ItBZ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hyperlink" Target="https://hadoop.apache.org/docs/stable/hadoop-project-dist/hadoop-hdfs/HdfsDesign.html" TargetMode="External"/><Relationship Id="rId6" Type="http://schemas.openxmlformats.org/officeDocument/2006/relationships/image" Target="../media/image10.png"/><Relationship Id="rId7"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42.png"/><Relationship Id="rId5"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github.com/UCI-DCE/Data-Engineering/blob/Big-Data/M2%20-%20Introduction%20to%20Hadoop.pdf" TargetMode="External"/><Relationship Id="rId4" Type="http://schemas.openxmlformats.org/officeDocument/2006/relationships/hyperlink" Target="https://drive.google.com/drive/folders/1a64Yv-NXRrp5aIHiUMRHf2VmVDC_L4yJ"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github.com/UCI-DCE/Data-Engineering/blob/Big-Data/M2%20-%20Introduction%20to%20Hadoop.pdf"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hyperlink" Target="https://hadoop.apache.org/docs/stable/hadoop-project-dist/hadoop-hdfs/HdfsDesign.html#NameNode_and_DataNodes" TargetMode="External"/><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hyperlink" Target="http://www.theunixschool.com/2012/08/linux-sort-command-examples.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hyperlink" Target="https://github.com/UCI-DCE/Data-Engineering/blob/Big-Data/M3%20-%20Advanced%20MR%20Concepts%20and%20Hadoop%202.0.pd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5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3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3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hyperlink" Target="https://dytvr9ot2sszz.cloudfront.net/wp-content/uploads/2019/08/img.jpg" TargetMode="External"/><Relationship Id="rId4" Type="http://schemas.openxmlformats.org/officeDocument/2006/relationships/image" Target="../media/image40.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48.png"/><Relationship Id="rId4" Type="http://schemas.openxmlformats.org/officeDocument/2006/relationships/hyperlink" Target="https://phoenixnap.com/kb/hadoop-vs-spark"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4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4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5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4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5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5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5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
          <p:cNvSpPr txBox="1"/>
          <p:nvPr>
            <p:ph type="ctrTitle"/>
          </p:nvPr>
        </p:nvSpPr>
        <p:spPr>
          <a:xfrm>
            <a:off x="6071616" y="960120"/>
            <a:ext cx="5221224" cy="305634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DAY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AGENDA </a:t>
            </a:r>
            <a:endParaRPr/>
          </a:p>
        </p:txBody>
      </p:sp>
      <p:sp>
        <p:nvSpPr>
          <p:cNvPr id="456" name="Google Shape;456;p2"/>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Course Introduction</a:t>
            </a:r>
            <a:endParaRPr/>
          </a:p>
          <a:p>
            <a:pPr indent="-228600" lvl="0" marL="228600" rtl="0" algn="l">
              <a:lnSpc>
                <a:spcPct val="120000"/>
              </a:lnSpc>
              <a:spcBef>
                <a:spcPts val="1200"/>
              </a:spcBef>
              <a:spcAft>
                <a:spcPts val="0"/>
              </a:spcAft>
              <a:buClr>
                <a:schemeClr val="dk1"/>
              </a:buClr>
              <a:buSzPts val="2000"/>
              <a:buFont typeface="Arial"/>
              <a:buChar char="•"/>
            </a:pPr>
            <a:r>
              <a:rPr lang="en-US"/>
              <a:t>Learning outcomes</a:t>
            </a:r>
            <a:endParaRPr/>
          </a:p>
          <a:p>
            <a:pPr indent="-228600" lvl="0" marL="228600" rtl="0" algn="l">
              <a:lnSpc>
                <a:spcPct val="120000"/>
              </a:lnSpc>
              <a:spcBef>
                <a:spcPts val="1200"/>
              </a:spcBef>
              <a:spcAft>
                <a:spcPts val="0"/>
              </a:spcAft>
              <a:buClr>
                <a:schemeClr val="dk1"/>
              </a:buClr>
              <a:buSzPts val="2000"/>
              <a:buFont typeface="Arial"/>
              <a:buChar char="•"/>
            </a:pPr>
            <a:r>
              <a:rPr lang="en-US"/>
              <a:t>Assignments and expectations</a:t>
            </a:r>
            <a:endParaRPr/>
          </a:p>
          <a:p>
            <a:pPr indent="0" lvl="0" marL="0" rtl="0" algn="l">
              <a:lnSpc>
                <a:spcPct val="120000"/>
              </a:lnSpc>
              <a:spcBef>
                <a:spcPts val="1200"/>
              </a:spcBef>
              <a:spcAft>
                <a:spcPts val="0"/>
              </a:spcAft>
              <a:buClr>
                <a:schemeClr val="dk1"/>
              </a:buClr>
              <a:buSzPts val="2000"/>
              <a:buNone/>
            </a:pPr>
            <a:r>
              <a:t/>
            </a:r>
            <a:endParaRPr/>
          </a:p>
          <a:p>
            <a:pPr indent="-228600" lvl="0" marL="228600" rtl="0" algn="l">
              <a:lnSpc>
                <a:spcPct val="120000"/>
              </a:lnSpc>
              <a:spcBef>
                <a:spcPts val="1200"/>
              </a:spcBef>
              <a:spcAft>
                <a:spcPts val="0"/>
              </a:spcAft>
              <a:buClr>
                <a:schemeClr val="dk1"/>
              </a:buClr>
              <a:buSzPts val="2000"/>
              <a:buFont typeface="Arial"/>
              <a:buChar char="•"/>
            </a:pPr>
            <a:r>
              <a:rPr lang="en-US"/>
              <a:t>Intro to Big Data Management Fabric</a:t>
            </a:r>
            <a:endParaRPr/>
          </a:p>
          <a:p>
            <a:pPr indent="-228600" lvl="0" marL="228600" rtl="0" algn="l">
              <a:lnSpc>
                <a:spcPct val="120000"/>
              </a:lnSpc>
              <a:spcBef>
                <a:spcPts val="1200"/>
              </a:spcBef>
              <a:spcAft>
                <a:spcPts val="0"/>
              </a:spcAft>
              <a:buClr>
                <a:schemeClr val="dk1"/>
              </a:buClr>
              <a:buSzPts val="2000"/>
              <a:buFont typeface="Arial"/>
              <a:buChar char="•"/>
            </a:pPr>
            <a:r>
              <a:rPr lang="en-US"/>
              <a:t>Hadoop</a:t>
            </a:r>
            <a:endParaRPr/>
          </a:p>
          <a:p>
            <a:pPr indent="-228600" lvl="0" marL="228600" rtl="0" algn="l">
              <a:lnSpc>
                <a:spcPct val="120000"/>
              </a:lnSpc>
              <a:spcBef>
                <a:spcPts val="1200"/>
              </a:spcBef>
              <a:spcAft>
                <a:spcPts val="0"/>
              </a:spcAft>
              <a:buClr>
                <a:schemeClr val="dk1"/>
              </a:buClr>
              <a:buSzPts val="2000"/>
              <a:buFont typeface="Arial"/>
              <a:buChar char="•"/>
            </a:pPr>
            <a:r>
              <a:rPr lang="en-US"/>
              <a:t>Spark</a:t>
            </a:r>
            <a:endParaRPr/>
          </a:p>
          <a:p>
            <a:pPr indent="0" lvl="0" marL="0" rtl="0" algn="l">
              <a:lnSpc>
                <a:spcPct val="120000"/>
              </a:lnSpc>
              <a:spcBef>
                <a:spcPts val="1200"/>
              </a:spcBef>
              <a:spcAft>
                <a:spcPts val="0"/>
              </a:spcAft>
              <a:buClr>
                <a:schemeClr val="dk1"/>
              </a:buClr>
              <a:buSzPts val="2000"/>
              <a:buNone/>
            </a:pPr>
            <a:r>
              <a:t/>
            </a:r>
            <a:endParaRPr/>
          </a:p>
        </p:txBody>
      </p:sp>
      <p:sp>
        <p:nvSpPr>
          <p:cNvPr id="457" name="Google Shape;457;p2"/>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COURSE INTRO: </a:t>
            </a:r>
            <a:br>
              <a:rPr lang="en-US"/>
            </a:br>
            <a:endParaRPr b="0"/>
          </a:p>
        </p:txBody>
      </p:sp>
      <p:sp>
        <p:nvSpPr>
          <p:cNvPr id="463" name="Google Shape;463;p3"/>
          <p:cNvSpPr txBox="1"/>
          <p:nvPr>
            <p:ph idx="1" type="body"/>
          </p:nvPr>
        </p:nvSpPr>
        <p:spPr>
          <a:xfrm>
            <a:off x="865631" y="1499616"/>
            <a:ext cx="10171177" cy="406603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Day 1 : Key concepts</a:t>
            </a:r>
            <a:endParaRPr/>
          </a:p>
          <a:p>
            <a:pPr indent="-228600" lvl="0" marL="228600" rtl="0" algn="l">
              <a:lnSpc>
                <a:spcPct val="120000"/>
              </a:lnSpc>
              <a:spcBef>
                <a:spcPts val="1200"/>
              </a:spcBef>
              <a:spcAft>
                <a:spcPts val="0"/>
              </a:spcAft>
              <a:buClr>
                <a:schemeClr val="dk1"/>
              </a:buClr>
              <a:buSzPts val="2000"/>
              <a:buFont typeface="Arial"/>
              <a:buChar char="●"/>
            </a:pPr>
            <a:r>
              <a:rPr lang="en-US"/>
              <a:t>Day 2:  Hadoop</a:t>
            </a:r>
            <a:endParaRPr/>
          </a:p>
          <a:p>
            <a:pPr indent="-342900" lvl="2" marL="1257300" rtl="0" algn="l">
              <a:lnSpc>
                <a:spcPct val="120000"/>
              </a:lnSpc>
              <a:spcBef>
                <a:spcPts val="1700"/>
              </a:spcBef>
              <a:spcAft>
                <a:spcPts val="0"/>
              </a:spcAft>
              <a:buClr>
                <a:schemeClr val="dk1"/>
              </a:buClr>
              <a:buSzPts val="2000"/>
              <a:buChar char="■"/>
            </a:pPr>
            <a:r>
              <a:rPr lang="en-US"/>
              <a:t>Hadoop Distributed File System (HDFS)</a:t>
            </a:r>
            <a:endParaRPr/>
          </a:p>
          <a:p>
            <a:pPr indent="-342900" lvl="2" marL="1257300" rtl="0" algn="l">
              <a:lnSpc>
                <a:spcPct val="120000"/>
              </a:lnSpc>
              <a:spcBef>
                <a:spcPts val="500"/>
              </a:spcBef>
              <a:spcAft>
                <a:spcPts val="0"/>
              </a:spcAft>
              <a:buClr>
                <a:schemeClr val="dk1"/>
              </a:buClr>
              <a:buSzPts val="2000"/>
              <a:buChar char="■"/>
            </a:pPr>
            <a:r>
              <a:rPr lang="en-US"/>
              <a:t>MapReduce</a:t>
            </a:r>
            <a:endParaRPr/>
          </a:p>
          <a:p>
            <a:pPr indent="-342900" lvl="2" marL="1257300" rtl="0" algn="l">
              <a:lnSpc>
                <a:spcPct val="120000"/>
              </a:lnSpc>
              <a:spcBef>
                <a:spcPts val="500"/>
              </a:spcBef>
              <a:spcAft>
                <a:spcPts val="0"/>
              </a:spcAft>
              <a:buClr>
                <a:schemeClr val="dk1"/>
              </a:buClr>
              <a:buSzPts val="2000"/>
              <a:buChar char="■"/>
            </a:pPr>
            <a:r>
              <a:rPr lang="en-US"/>
              <a:t>HDFS commands</a:t>
            </a:r>
            <a:endParaRPr/>
          </a:p>
          <a:p>
            <a:pPr indent="0" lvl="1" marL="457200" rtl="0" algn="l">
              <a:lnSpc>
                <a:spcPct val="120000"/>
              </a:lnSpc>
              <a:spcBef>
                <a:spcPts val="500"/>
              </a:spcBef>
              <a:spcAft>
                <a:spcPts val="0"/>
              </a:spcAft>
              <a:buClr>
                <a:schemeClr val="dk1"/>
              </a:buClr>
              <a:buSzPts val="2000"/>
              <a:buNone/>
            </a:pPr>
            <a:r>
              <a:t/>
            </a:r>
            <a:endParaRPr/>
          </a:p>
          <a:p>
            <a:pPr indent="-228600" lvl="0" marL="228600" rtl="0" algn="l">
              <a:lnSpc>
                <a:spcPct val="120000"/>
              </a:lnSpc>
              <a:spcBef>
                <a:spcPts val="0"/>
              </a:spcBef>
              <a:spcAft>
                <a:spcPts val="0"/>
              </a:spcAft>
              <a:buClr>
                <a:schemeClr val="dk1"/>
              </a:buClr>
              <a:buSzPts val="2000"/>
              <a:buFont typeface="Arial"/>
              <a:buChar char="●"/>
            </a:pPr>
            <a:r>
              <a:rPr lang="en-US"/>
              <a:t>Day 3: YARN </a:t>
            </a:r>
            <a:endParaRPr>
              <a:highlight>
                <a:srgbClr val="FFFF00"/>
              </a:highlight>
            </a:endParaRPr>
          </a:p>
          <a:p>
            <a:pPr indent="-228600" lvl="0" marL="228600" rtl="0" algn="l">
              <a:lnSpc>
                <a:spcPct val="120000"/>
              </a:lnSpc>
              <a:spcBef>
                <a:spcPts val="0"/>
              </a:spcBef>
              <a:spcAft>
                <a:spcPts val="0"/>
              </a:spcAft>
              <a:buClr>
                <a:schemeClr val="dk1"/>
              </a:buClr>
              <a:buSzPts val="2000"/>
              <a:buFont typeface="Arial"/>
              <a:buChar char="●"/>
            </a:pPr>
            <a:r>
              <a:rPr lang="en-US">
                <a:highlight>
                  <a:schemeClr val="lt1"/>
                </a:highlight>
              </a:rPr>
              <a:t>Day 4: Spark</a:t>
            </a:r>
            <a:endParaRPr>
              <a:highlight>
                <a:schemeClr val="lt1"/>
              </a:highlight>
            </a:endParaRPr>
          </a:p>
        </p:txBody>
      </p:sp>
      <p:sp>
        <p:nvSpPr>
          <p:cNvPr id="464" name="Google Shape;464;p3"/>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
          <p:cNvSpPr txBox="1"/>
          <p:nvPr>
            <p:ph idx="1" type="body"/>
          </p:nvPr>
        </p:nvSpPr>
        <p:spPr>
          <a:xfrm>
            <a:off x="865631" y="1499616"/>
            <a:ext cx="10171200" cy="40659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Day 5: Apache Spark</a:t>
            </a:r>
            <a:endParaRPr/>
          </a:p>
          <a:p>
            <a:pPr indent="-342900" lvl="1" marL="800100" rtl="0" algn="l">
              <a:lnSpc>
                <a:spcPct val="120000"/>
              </a:lnSpc>
              <a:spcBef>
                <a:spcPts val="1700"/>
              </a:spcBef>
              <a:spcAft>
                <a:spcPts val="0"/>
              </a:spcAft>
              <a:buClr>
                <a:schemeClr val="dk1"/>
              </a:buClr>
              <a:buSzPts val="2000"/>
              <a:buChar char="○"/>
            </a:pPr>
            <a:r>
              <a:rPr lang="en-US"/>
              <a:t>Resilient Distributed Dataset (RDD)</a:t>
            </a:r>
            <a:endParaRPr/>
          </a:p>
          <a:p>
            <a:pPr indent="0" lvl="1" marL="457200" rtl="0" algn="l">
              <a:lnSpc>
                <a:spcPct val="120000"/>
              </a:lnSpc>
              <a:spcBef>
                <a:spcPts val="500"/>
              </a:spcBef>
              <a:spcAft>
                <a:spcPts val="0"/>
              </a:spcAft>
              <a:buClr>
                <a:schemeClr val="dk1"/>
              </a:buClr>
              <a:buSzPts val="2000"/>
              <a:buNone/>
            </a:pPr>
            <a:r>
              <a:t/>
            </a:r>
            <a:endParaRPr/>
          </a:p>
          <a:p>
            <a:pPr indent="-228600" lvl="0" marL="228600" rtl="0" algn="l">
              <a:lnSpc>
                <a:spcPct val="120000"/>
              </a:lnSpc>
              <a:spcBef>
                <a:spcPts val="0"/>
              </a:spcBef>
              <a:spcAft>
                <a:spcPts val="0"/>
              </a:spcAft>
              <a:buClr>
                <a:schemeClr val="dk1"/>
              </a:buClr>
              <a:buSzPts val="2000"/>
              <a:buFont typeface="Arial"/>
              <a:buChar char="●"/>
            </a:pPr>
            <a:r>
              <a:rPr lang="en-US"/>
              <a:t>Day 6: Spark SQL</a:t>
            </a:r>
            <a:endParaRPr/>
          </a:p>
          <a:p>
            <a:pPr indent="0" lvl="0" marL="0" rtl="0" algn="l">
              <a:lnSpc>
                <a:spcPct val="120000"/>
              </a:lnSpc>
              <a:spcBef>
                <a:spcPts val="1200"/>
              </a:spcBef>
              <a:spcAft>
                <a:spcPts val="0"/>
              </a:spcAft>
              <a:buClr>
                <a:schemeClr val="dk1"/>
              </a:buClr>
              <a:buSzPts val="2000"/>
              <a:buNone/>
            </a:pPr>
            <a:r>
              <a:t/>
            </a:r>
            <a:endParaRPr/>
          </a:p>
          <a:p>
            <a:pPr indent="-228600" lvl="0" marL="228600" rtl="0" algn="l">
              <a:lnSpc>
                <a:spcPct val="120000"/>
              </a:lnSpc>
              <a:spcBef>
                <a:spcPts val="1200"/>
              </a:spcBef>
              <a:spcAft>
                <a:spcPts val="0"/>
              </a:spcAft>
              <a:buClr>
                <a:schemeClr val="dk1"/>
              </a:buClr>
              <a:buSzPts val="2000"/>
              <a:buFont typeface="Arial"/>
              <a:buChar char="●"/>
            </a:pPr>
            <a:r>
              <a:rPr lang="en-US"/>
              <a:t>Day 7: Spark MLlib</a:t>
            </a:r>
            <a:endParaRPr/>
          </a:p>
          <a:p>
            <a:pPr indent="-101600" lvl="0" marL="228600" rtl="0" algn="l">
              <a:lnSpc>
                <a:spcPct val="120000"/>
              </a:lnSpc>
              <a:spcBef>
                <a:spcPts val="1200"/>
              </a:spcBef>
              <a:spcAft>
                <a:spcPts val="0"/>
              </a:spcAft>
              <a:buClr>
                <a:schemeClr val="dk1"/>
              </a:buClr>
              <a:buSzPts val="2000"/>
              <a:buFont typeface="Arial"/>
              <a:buNone/>
            </a:pPr>
            <a:r>
              <a:t/>
            </a:r>
            <a:endParaRPr/>
          </a:p>
          <a:p>
            <a:pPr indent="-228600" lvl="0" marL="228600" rtl="0" algn="l">
              <a:lnSpc>
                <a:spcPct val="120000"/>
              </a:lnSpc>
              <a:spcBef>
                <a:spcPts val="1200"/>
              </a:spcBef>
              <a:spcAft>
                <a:spcPts val="0"/>
              </a:spcAft>
              <a:buClr>
                <a:schemeClr val="dk1"/>
              </a:buClr>
              <a:buSzPts val="2000"/>
              <a:buFont typeface="Arial"/>
              <a:buChar char="●"/>
            </a:pPr>
            <a:r>
              <a:rPr lang="en-US"/>
              <a:t>Day 8: Spark Streaming Demo + Final Project Presentation</a:t>
            </a:r>
            <a:endParaRPr/>
          </a:p>
        </p:txBody>
      </p:sp>
      <p:sp>
        <p:nvSpPr>
          <p:cNvPr id="470" name="Google Shape;470;p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LEARNING OUTCOME:</a:t>
            </a:r>
            <a:endParaRPr/>
          </a:p>
        </p:txBody>
      </p:sp>
      <p:sp>
        <p:nvSpPr>
          <p:cNvPr id="476" name="Google Shape;476;p5"/>
          <p:cNvSpPr txBox="1"/>
          <p:nvPr>
            <p:ph idx="1" type="body"/>
          </p:nvPr>
        </p:nvSpPr>
        <p:spPr>
          <a:xfrm>
            <a:off x="911352" y="2363152"/>
            <a:ext cx="10171177" cy="4066032"/>
          </a:xfrm>
          <a:prstGeom prst="rect">
            <a:avLst/>
          </a:prstGeom>
          <a:noFill/>
          <a:ln>
            <a:noFill/>
          </a:ln>
        </p:spPr>
        <p:txBody>
          <a:bodyPr anchorCtr="0" anchor="t" bIns="45700" lIns="91425" spcFirstLastPara="1" rIns="91425" wrap="square" tIns="45700">
            <a:normAutofit/>
          </a:bodyPr>
          <a:lstStyle/>
          <a:p>
            <a:pPr indent="-260350" lvl="0" marL="228600" rtl="0" algn="l">
              <a:lnSpc>
                <a:spcPct val="120000"/>
              </a:lnSpc>
              <a:spcBef>
                <a:spcPts val="0"/>
              </a:spcBef>
              <a:spcAft>
                <a:spcPts val="0"/>
              </a:spcAft>
              <a:buClr>
                <a:schemeClr val="dk1"/>
              </a:buClr>
              <a:buSzPts val="2500"/>
              <a:buFont typeface="Arial"/>
              <a:buChar char="•"/>
            </a:pPr>
            <a:r>
              <a:rPr lang="en-US" sz="2500"/>
              <a:t>To gain understanding of the characteristic of big data.</a:t>
            </a:r>
            <a:endParaRPr sz="2500"/>
          </a:p>
          <a:p>
            <a:pPr indent="-260350" lvl="0" marL="228600" rtl="0" algn="l">
              <a:lnSpc>
                <a:spcPct val="120000"/>
              </a:lnSpc>
              <a:spcBef>
                <a:spcPts val="1200"/>
              </a:spcBef>
              <a:spcAft>
                <a:spcPts val="0"/>
              </a:spcAft>
              <a:buClr>
                <a:schemeClr val="dk1"/>
              </a:buClr>
              <a:buSzPts val="2500"/>
              <a:buFont typeface="Arial"/>
              <a:buChar char="•"/>
            </a:pPr>
            <a:r>
              <a:rPr lang="en-US" sz="2500"/>
              <a:t>To know techniques for working on big data platforms.</a:t>
            </a:r>
            <a:endParaRPr sz="2500"/>
          </a:p>
          <a:p>
            <a:pPr indent="-228600" lvl="0" marL="228600" rtl="0" algn="l">
              <a:lnSpc>
                <a:spcPct val="120000"/>
              </a:lnSpc>
              <a:spcBef>
                <a:spcPts val="1200"/>
              </a:spcBef>
              <a:spcAft>
                <a:spcPts val="0"/>
              </a:spcAft>
              <a:buClr>
                <a:schemeClr val="dk1"/>
              </a:buClr>
              <a:buSzPts val="2000"/>
              <a:buFont typeface="Arial"/>
              <a:buChar char="•"/>
            </a:pPr>
            <a:r>
              <a:rPr lang="en-US" sz="2500"/>
              <a:t>To have some experiences of performing the techniques</a:t>
            </a:r>
            <a:r>
              <a:rPr lang="en-US"/>
              <a:t>.</a:t>
            </a:r>
            <a:endParaRPr/>
          </a:p>
        </p:txBody>
      </p:sp>
      <p:sp>
        <p:nvSpPr>
          <p:cNvPr id="477" name="Google Shape;477;p5"/>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ASSIGNMENTS:</a:t>
            </a:r>
            <a:br>
              <a:rPr lang="en-US"/>
            </a:br>
            <a:r>
              <a:rPr b="0" lang="en-US"/>
              <a:t>GRADING</a:t>
            </a:r>
            <a:endParaRPr b="0"/>
          </a:p>
        </p:txBody>
      </p:sp>
      <p:sp>
        <p:nvSpPr>
          <p:cNvPr id="483" name="Google Shape;483;p6"/>
          <p:cNvSpPr txBox="1"/>
          <p:nvPr>
            <p:ph idx="1" type="body"/>
          </p:nvPr>
        </p:nvSpPr>
        <p:spPr>
          <a:xfrm>
            <a:off x="865631" y="1499616"/>
            <a:ext cx="10171177" cy="406603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ALL assignments are due </a:t>
            </a:r>
            <a:r>
              <a:rPr b="1" lang="en-US"/>
              <a:t>Nov</a:t>
            </a:r>
            <a:r>
              <a:rPr b="1" lang="en-US"/>
              <a:t> 31, 2024, 11:59 PM, PST. </a:t>
            </a:r>
            <a:r>
              <a:rPr lang="en-US"/>
              <a:t>(Note: </a:t>
            </a:r>
            <a:r>
              <a:rPr lang="en-US" u="sng"/>
              <a:t>Any late submission after the due day could lead to a 10% deduction on each late submission</a:t>
            </a:r>
            <a:r>
              <a:rPr lang="en-US"/>
              <a:t>.)</a:t>
            </a:r>
            <a:endParaRPr/>
          </a:p>
        </p:txBody>
      </p:sp>
      <p:sp>
        <p:nvSpPr>
          <p:cNvPr id="484" name="Google Shape;484;p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
          <p:cNvSpPr txBox="1"/>
          <p:nvPr>
            <p:ph type="title"/>
          </p:nvPr>
        </p:nvSpPr>
        <p:spPr>
          <a:xfrm>
            <a:off x="911352" y="0"/>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ATTENDANCE:</a:t>
            </a:r>
            <a:br>
              <a:rPr lang="en-US"/>
            </a:br>
            <a:endParaRPr b="0"/>
          </a:p>
        </p:txBody>
      </p:sp>
      <p:sp>
        <p:nvSpPr>
          <p:cNvPr id="490" name="Google Shape;490;p7"/>
          <p:cNvSpPr txBox="1"/>
          <p:nvPr>
            <p:ph idx="1" type="body"/>
          </p:nvPr>
        </p:nvSpPr>
        <p:spPr>
          <a:xfrm>
            <a:off x="792410" y="1562915"/>
            <a:ext cx="10171200" cy="40659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I update the attendance sheet periodically. Email me at </a:t>
            </a:r>
            <a:r>
              <a:rPr lang="en-US" u="sng">
                <a:solidFill>
                  <a:schemeClr val="hlink"/>
                </a:solidFill>
                <a:hlinkClick r:id="rId3"/>
              </a:rPr>
              <a:t>kkowarsc@uci.edu</a:t>
            </a:r>
            <a:r>
              <a:rPr lang="en-US"/>
              <a:t> AND the department for sick absences or urgent events. </a:t>
            </a:r>
            <a:endParaRPr/>
          </a:p>
        </p:txBody>
      </p:sp>
      <p:sp>
        <p:nvSpPr>
          <p:cNvPr id="491" name="Google Shape;491;p7"/>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
          <p:cNvSpPr txBox="1"/>
          <p:nvPr>
            <p:ph type="title"/>
          </p:nvPr>
        </p:nvSpPr>
        <p:spPr>
          <a:xfrm>
            <a:off x="6095999" y="441960"/>
            <a:ext cx="5641897" cy="331689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BIG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9"/>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DATASET BE?</a:t>
            </a:r>
            <a:endParaRPr/>
          </a:p>
        </p:txBody>
      </p:sp>
      <p:sp>
        <p:nvSpPr>
          <p:cNvPr id="502" name="Google Shape;502;p9"/>
          <p:cNvSpPr txBox="1"/>
          <p:nvPr>
            <p:ph idx="1" type="body"/>
          </p:nvPr>
        </p:nvSpPr>
        <p:spPr>
          <a:xfrm>
            <a:off x="1761200" y="1821463"/>
            <a:ext cx="8774700" cy="3967200"/>
          </a:xfrm>
          <a:prstGeom prst="rect">
            <a:avLst/>
          </a:prstGeom>
          <a:noFill/>
          <a:ln>
            <a:noFill/>
          </a:ln>
        </p:spPr>
        <p:txBody>
          <a:bodyPr anchorCtr="0" anchor="t" bIns="45700" lIns="91425" spcFirstLastPara="1" rIns="91425" wrap="square" tIns="45700">
            <a:noAutofit/>
          </a:bodyPr>
          <a:lstStyle/>
          <a:p>
            <a:pPr indent="-130175" lvl="0" marL="0" rtl="0" algn="l">
              <a:lnSpc>
                <a:spcPct val="105000"/>
              </a:lnSpc>
              <a:spcBef>
                <a:spcPts val="0"/>
              </a:spcBef>
              <a:spcAft>
                <a:spcPts val="0"/>
              </a:spcAft>
              <a:buSzPts val="2050"/>
              <a:buChar char="•"/>
            </a:pPr>
            <a:r>
              <a:rPr lang="en-US" sz="2050"/>
              <a:t>Enron SPAM Data (100k articles)</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Google ngram corpus (2.2 GB)</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Chat GPT-2 corpus (40GB)</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Wikipedia graph (2 GB)</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$100 Billion problem (Click-through rate or CTR) prediction (20-30 GB) </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Airlines and Weather - predicting delays (20-40GB)</a:t>
            </a:r>
            <a:endParaRPr sz="2050"/>
          </a:p>
          <a:p>
            <a:pPr indent="0" lvl="0" marL="0" rtl="0" algn="l">
              <a:lnSpc>
                <a:spcPct val="105000"/>
              </a:lnSpc>
              <a:spcBef>
                <a:spcPts val="0"/>
              </a:spcBef>
              <a:spcAft>
                <a:spcPts val="0"/>
              </a:spcAft>
              <a:buSzPts val="1018"/>
              <a:buNone/>
            </a:pPr>
            <a:r>
              <a:t/>
            </a:r>
            <a:endParaRPr sz="2050"/>
          </a:p>
          <a:p>
            <a:pPr indent="-130175" lvl="0" marL="0" rtl="0" algn="l">
              <a:lnSpc>
                <a:spcPct val="105000"/>
              </a:lnSpc>
              <a:spcBef>
                <a:spcPts val="0"/>
              </a:spcBef>
              <a:spcAft>
                <a:spcPts val="0"/>
              </a:spcAft>
              <a:buSzPts val="2050"/>
              <a:buChar char="•"/>
            </a:pPr>
            <a:r>
              <a:rPr lang="en-US" sz="2050"/>
              <a:t>Llama 3 pre-</a:t>
            </a:r>
            <a:r>
              <a:rPr lang="en-US" sz="2050"/>
              <a:t>trained</a:t>
            </a:r>
            <a:r>
              <a:rPr lang="en-US" sz="2050"/>
              <a:t> ( on15 TB tokens)</a:t>
            </a:r>
            <a:endParaRPr sz="2050"/>
          </a:p>
        </p:txBody>
      </p:sp>
      <p:sp>
        <p:nvSpPr>
          <p:cNvPr id="503" name="Google Shape;503;p9"/>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0"/>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 BE?</a:t>
            </a:r>
            <a:endParaRPr/>
          </a:p>
        </p:txBody>
      </p:sp>
      <p:sp>
        <p:nvSpPr>
          <p:cNvPr id="509" name="Google Shape;509;p1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10" name="Google Shape;510;p10"/>
          <p:cNvSpPr txBox="1"/>
          <p:nvPr/>
        </p:nvSpPr>
        <p:spPr>
          <a:xfrm>
            <a:off x="707610" y="2136338"/>
            <a:ext cx="3749963"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venir"/>
                <a:ea typeface="Avenir"/>
                <a:cs typeface="Avenir"/>
                <a:sym typeface="Avenir"/>
              </a:rPr>
              <a:t>Assumption:</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Your personal laptop has the following features”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Storage: 1TB</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RAM: 16GB</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Inteli7</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Your task is working on a dataset of 20GB</a:t>
            </a:r>
            <a:endParaRPr/>
          </a:p>
        </p:txBody>
      </p:sp>
      <p:sp>
        <p:nvSpPr>
          <p:cNvPr id="511" name="Google Shape;511;p10"/>
          <p:cNvSpPr txBox="1"/>
          <p:nvPr/>
        </p:nvSpPr>
        <p:spPr>
          <a:xfrm>
            <a:off x="4974336" y="1645920"/>
            <a:ext cx="632085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When it is O(n): about 33 minutes</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512" name="Google Shape;512;p10"/>
          <p:cNvGraphicFramePr/>
          <p:nvPr/>
        </p:nvGraphicFramePr>
        <p:xfrm>
          <a:off x="4656328" y="2575683"/>
          <a:ext cx="3000000" cy="3000000"/>
        </p:xfrm>
        <a:graphic>
          <a:graphicData uri="http://schemas.openxmlformats.org/drawingml/2006/table">
            <a:tbl>
              <a:tblPr bandRow="1" firstRow="1">
                <a:noFill/>
                <a:tableStyleId>{7A7E12EB-8D16-45FE-B16B-C15E523507CA}</a:tableStyleId>
              </a:tblPr>
              <a:tblGrid>
                <a:gridCol w="2938775"/>
                <a:gridCol w="2938775"/>
              </a:tblGrid>
              <a:tr h="536500">
                <a:tc>
                  <a:txBody>
                    <a:bodyPr/>
                    <a:lstStyle/>
                    <a:p>
                      <a:pPr indent="0" lvl="0" marL="0" marR="0" rtl="0" algn="l">
                        <a:spcBef>
                          <a:spcPts val="0"/>
                        </a:spcBef>
                        <a:spcAft>
                          <a:spcPts val="0"/>
                        </a:spcAft>
                        <a:buNone/>
                      </a:pPr>
                      <a:r>
                        <a:rPr lang="en-US" sz="1800"/>
                        <a:t>Complexity</a:t>
                      </a:r>
                      <a:endParaRPr/>
                    </a:p>
                  </a:txBody>
                  <a:tcPr marT="45725" marB="45725" marR="91450" marL="91450"/>
                </a:tc>
                <a:tc>
                  <a:txBody>
                    <a:bodyPr/>
                    <a:lstStyle/>
                    <a:p>
                      <a:pPr indent="0" lvl="0" marL="0" marR="0" rtl="0" algn="l">
                        <a:spcBef>
                          <a:spcPts val="0"/>
                        </a:spcBef>
                        <a:spcAft>
                          <a:spcPts val="0"/>
                        </a:spcAft>
                        <a:buNone/>
                      </a:pPr>
                      <a:r>
                        <a:rPr lang="en-US" sz="1800"/>
                        <a:t>Runtime</a:t>
                      </a:r>
                      <a:endParaRPr/>
                    </a:p>
                  </a:txBody>
                  <a:tcPr marT="45725" marB="45725" marR="91450" marL="91450"/>
                </a:tc>
              </a:tr>
              <a:tr h="536500">
                <a:tc>
                  <a:txBody>
                    <a:bodyPr/>
                    <a:lstStyle/>
                    <a:p>
                      <a:pPr indent="0" lvl="0" marL="0" marR="0" rtl="0" algn="l">
                        <a:spcBef>
                          <a:spcPts val="0"/>
                        </a:spcBef>
                        <a:spcAft>
                          <a:spcPts val="0"/>
                        </a:spcAft>
                        <a:buNone/>
                      </a:pPr>
                      <a:r>
                        <a:rPr lang="en-US" sz="1800"/>
                        <a:t>O(n)</a:t>
                      </a:r>
                      <a:endParaRPr/>
                    </a:p>
                  </a:txBody>
                  <a:tcPr marT="45725" marB="45725" marR="91450" marL="91450"/>
                </a:tc>
                <a:tc>
                  <a:txBody>
                    <a:bodyPr/>
                    <a:lstStyle/>
                    <a:p>
                      <a:pPr indent="0" lvl="0" marL="0" marR="0" rtl="0" algn="l">
                        <a:spcBef>
                          <a:spcPts val="0"/>
                        </a:spcBef>
                        <a:spcAft>
                          <a:spcPts val="0"/>
                        </a:spcAft>
                        <a:buNone/>
                      </a:pPr>
                      <a:r>
                        <a:rPr lang="en-US" sz="1800"/>
                        <a:t>33 mins</a:t>
                      </a:r>
                      <a:endParaRPr/>
                    </a:p>
                  </a:txBody>
                  <a:tcPr marT="45725" marB="45725" marR="91450" marL="91450"/>
                </a:tc>
              </a:tr>
              <a:tr h="536500">
                <a:tc>
                  <a:txBody>
                    <a:bodyPr/>
                    <a:lstStyle/>
                    <a:p>
                      <a:pPr indent="0" lvl="0" marL="0" marR="0" rtl="0" algn="l">
                        <a:spcBef>
                          <a:spcPts val="0"/>
                        </a:spcBef>
                        <a:spcAft>
                          <a:spcPts val="0"/>
                        </a:spcAft>
                        <a:buNone/>
                      </a:pPr>
                      <a:r>
                        <a:rPr lang="en-US" sz="1800"/>
                        <a:t>O(nlogn)</a:t>
                      </a:r>
                      <a:endParaRPr/>
                    </a:p>
                  </a:txBody>
                  <a:tcPr marT="45725" marB="45725" marR="91450" marL="91450"/>
                </a:tc>
                <a:tc>
                  <a:txBody>
                    <a:bodyPr/>
                    <a:lstStyle/>
                    <a:p>
                      <a:pPr indent="0" lvl="0" marL="0" marR="0" rtl="0" algn="l">
                        <a:spcBef>
                          <a:spcPts val="0"/>
                        </a:spcBef>
                        <a:spcAft>
                          <a:spcPts val="0"/>
                        </a:spcAft>
                        <a:buNone/>
                      </a:pPr>
                      <a:r>
                        <a:rPr lang="en-US" sz="1800"/>
                        <a:t>46 mins</a:t>
                      </a:r>
                      <a:endParaRPr/>
                    </a:p>
                  </a:txBody>
                  <a:tcPr marT="45725" marB="45725" marR="91450" marL="91450"/>
                </a:tc>
              </a:tr>
              <a:tr h="536500">
                <a:tc>
                  <a:txBody>
                    <a:bodyPr/>
                    <a:lstStyle/>
                    <a:p>
                      <a:pPr indent="0" lvl="0" marL="0" marR="0" rtl="0" algn="l">
                        <a:spcBef>
                          <a:spcPts val="0"/>
                        </a:spcBef>
                        <a:spcAft>
                          <a:spcPts val="0"/>
                        </a:spcAft>
                        <a:buNone/>
                      </a:pPr>
                      <a:r>
                        <a:rPr lang="en-US" sz="1800"/>
                        <a:t>O(n^2)</a:t>
                      </a:r>
                      <a:endParaRPr/>
                    </a:p>
                  </a:txBody>
                  <a:tcPr marT="45725" marB="45725" marR="91450" marL="91450"/>
                </a:tc>
                <a:tc>
                  <a:txBody>
                    <a:bodyPr/>
                    <a:lstStyle/>
                    <a:p>
                      <a:pPr indent="0" lvl="0" marL="0" marR="0" rtl="0" algn="l">
                        <a:spcBef>
                          <a:spcPts val="0"/>
                        </a:spcBef>
                        <a:spcAft>
                          <a:spcPts val="0"/>
                        </a:spcAft>
                        <a:buNone/>
                      </a:pPr>
                      <a:r>
                        <a:rPr lang="en-US" sz="1800"/>
                        <a:t>111 days</a:t>
                      </a:r>
                      <a:endParaRPr/>
                    </a:p>
                  </a:txBody>
                  <a:tcPr marT="45725" marB="45725" marR="91450" marL="91450"/>
                </a:tc>
              </a:tr>
              <a:tr h="536500">
                <a:tc>
                  <a:txBody>
                    <a:bodyPr/>
                    <a:lstStyle/>
                    <a:p>
                      <a:pPr indent="0" lvl="0" marL="0" marR="0" rtl="0" algn="l">
                        <a:spcBef>
                          <a:spcPts val="0"/>
                        </a:spcBef>
                        <a:spcAft>
                          <a:spcPts val="0"/>
                        </a:spcAft>
                        <a:buNone/>
                      </a:pPr>
                      <a:r>
                        <a:rPr lang="en-US" sz="1800"/>
                        <a:t>O(2^n)</a:t>
                      </a:r>
                      <a:endParaRPr/>
                    </a:p>
                  </a:txBody>
                  <a:tcPr marT="45725" marB="45725" marR="91450" marL="91450"/>
                </a:tc>
                <a:tc>
                  <a:txBody>
                    <a:bodyPr/>
                    <a:lstStyle/>
                    <a:p>
                      <a:pPr indent="0" lvl="0" marL="0" marR="0" rtl="0" algn="l">
                        <a:spcBef>
                          <a:spcPts val="0"/>
                        </a:spcBef>
                        <a:spcAft>
                          <a:spcPts val="0"/>
                        </a:spcAft>
                        <a:buNone/>
                      </a:pPr>
                      <a:r>
                        <a:rPr lang="en-US" sz="1800"/>
                        <a:t>340 years</a:t>
                      </a:r>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1"/>
          <p:cNvSpPr txBox="1"/>
          <p:nvPr>
            <p:ph type="title"/>
          </p:nvPr>
        </p:nvSpPr>
        <p:spPr>
          <a:xfrm>
            <a:off x="893400" y="214378"/>
            <a:ext cx="10405200" cy="712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 BE?</a:t>
            </a:r>
            <a:endParaRPr/>
          </a:p>
        </p:txBody>
      </p:sp>
      <p:sp>
        <p:nvSpPr>
          <p:cNvPr id="518" name="Google Shape;518;p11"/>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19" name="Google Shape;519;p11"/>
          <p:cNvSpPr txBox="1"/>
          <p:nvPr>
            <p:ph idx="1" type="body"/>
          </p:nvPr>
        </p:nvSpPr>
        <p:spPr>
          <a:xfrm>
            <a:off x="1749900" y="5771379"/>
            <a:ext cx="9527700" cy="10764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75216"/>
              <a:buNone/>
            </a:pPr>
            <a:r>
              <a:rPr lang="en-US" sz="2658"/>
              <a:t>Inefficient algorithms are usually Naïve Modeling with nested loops.</a:t>
            </a:r>
            <a:endParaRPr sz="2658"/>
          </a:p>
          <a:p>
            <a:pPr indent="0" lvl="0" marL="0" rtl="0" algn="l">
              <a:lnSpc>
                <a:spcPct val="100000"/>
              </a:lnSpc>
              <a:spcBef>
                <a:spcPts val="1200"/>
              </a:spcBef>
              <a:spcAft>
                <a:spcPts val="0"/>
              </a:spcAft>
              <a:buClr>
                <a:schemeClr val="dk1"/>
              </a:buClr>
              <a:buSzPct val="100000"/>
              <a:buNone/>
            </a:pPr>
            <a:r>
              <a:t/>
            </a:r>
            <a:endParaRPr/>
          </a:p>
          <a:p>
            <a:pPr indent="0" lvl="0" marL="0" rtl="0" algn="l">
              <a:lnSpc>
                <a:spcPct val="100000"/>
              </a:lnSpc>
              <a:spcBef>
                <a:spcPts val="1200"/>
              </a:spcBef>
              <a:spcAft>
                <a:spcPts val="0"/>
              </a:spcAft>
              <a:buClr>
                <a:schemeClr val="dk1"/>
              </a:buClr>
              <a:buSzPct val="100000"/>
              <a:buNone/>
            </a:pPr>
            <a:r>
              <a:rPr lang="en-US"/>
              <a:t> </a:t>
            </a:r>
            <a:endParaRPr/>
          </a:p>
        </p:txBody>
      </p:sp>
      <p:sp>
        <p:nvSpPr>
          <p:cNvPr id="520" name="Google Shape;520;p11"/>
          <p:cNvSpPr txBox="1"/>
          <p:nvPr/>
        </p:nvSpPr>
        <p:spPr>
          <a:xfrm>
            <a:off x="2375700" y="1086375"/>
            <a:ext cx="8901900" cy="452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def</a:t>
            </a:r>
            <a:r>
              <a:rPr lang="en-US" sz="1800">
                <a:solidFill>
                  <a:schemeClr val="dk1"/>
                </a:solidFill>
                <a:latin typeface="Courier New"/>
                <a:ea typeface="Courier New"/>
                <a:cs typeface="Courier New"/>
                <a:sym typeface="Courier New"/>
              </a:rPr>
              <a:t> bubble_sort(arr):</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n = len(arr)</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t>
            </a:r>
            <a:r>
              <a:rPr b="1" lang="en-US" sz="1800">
                <a:solidFill>
                  <a:schemeClr val="dk1"/>
                </a:solidFill>
                <a:latin typeface="Courier New"/>
                <a:ea typeface="Courier New"/>
                <a:cs typeface="Courier New"/>
                <a:sym typeface="Courier New"/>
              </a:rPr>
              <a:t>for</a:t>
            </a:r>
            <a:r>
              <a:rPr lang="en-US" sz="1800">
                <a:solidFill>
                  <a:schemeClr val="dk1"/>
                </a:solidFill>
                <a:latin typeface="Courier New"/>
                <a:ea typeface="Courier New"/>
                <a:cs typeface="Courier New"/>
                <a:sym typeface="Courier New"/>
              </a:rPr>
              <a:t> i in range(n):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 Last i elements are already in place</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t>
            </a:r>
            <a:r>
              <a:rPr b="1" lang="en-US" sz="1800">
                <a:solidFill>
                  <a:schemeClr val="dk1"/>
                </a:solidFill>
                <a:latin typeface="Courier New"/>
                <a:ea typeface="Courier New"/>
                <a:cs typeface="Courier New"/>
                <a:sym typeface="Courier New"/>
              </a:rPr>
              <a:t>for</a:t>
            </a:r>
            <a:r>
              <a:rPr lang="en-US" sz="1800">
                <a:solidFill>
                  <a:schemeClr val="dk1"/>
                </a:solidFill>
                <a:latin typeface="Courier New"/>
                <a:ea typeface="Courier New"/>
                <a:cs typeface="Courier New"/>
                <a:sym typeface="Courier New"/>
              </a:rPr>
              <a:t> j in range(0, n-i-1):</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 Swap if the element found is greater than the #next element</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if arr[j] &gt; arr[j+1]:</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arr[j], arr[j+1] = arr[j+1], arr[j]</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arr = [64, 34, 25, 12, 22, 11, 90]</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bubble_sort(arr)</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print("Sorted array:", arr)</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Time complexity: O(n^2)</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2"/>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 BE?</a:t>
            </a:r>
            <a:endParaRPr/>
          </a:p>
        </p:txBody>
      </p:sp>
      <p:sp>
        <p:nvSpPr>
          <p:cNvPr id="526" name="Google Shape;526;p12"/>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27" name="Google Shape;527;p12"/>
          <p:cNvSpPr txBox="1"/>
          <p:nvPr/>
        </p:nvSpPr>
        <p:spPr>
          <a:xfrm>
            <a:off x="1016050" y="5323225"/>
            <a:ext cx="102822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An algorithm with an exponential runtime complexity of O(2^n) is generating all subset of a set.</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b="1" lang="en-US" sz="1800">
                <a:solidFill>
                  <a:schemeClr val="dk1"/>
                </a:solidFill>
                <a:latin typeface="Avenir"/>
                <a:ea typeface="Avenir"/>
                <a:cs typeface="Avenir"/>
                <a:sym typeface="Avenir"/>
              </a:rPr>
              <a:t>Recursive algorithm</a:t>
            </a:r>
            <a:endParaRPr b="1"/>
          </a:p>
        </p:txBody>
      </p:sp>
      <p:sp>
        <p:nvSpPr>
          <p:cNvPr id="528" name="Google Shape;528;p12"/>
          <p:cNvSpPr txBox="1"/>
          <p:nvPr/>
        </p:nvSpPr>
        <p:spPr>
          <a:xfrm>
            <a:off x="914400" y="1748675"/>
            <a:ext cx="112392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def </a:t>
            </a:r>
            <a:r>
              <a:rPr lang="en-US" sz="1800">
                <a:solidFill>
                  <a:schemeClr val="dk1"/>
                </a:solidFill>
                <a:latin typeface="Courier New"/>
                <a:ea typeface="Courier New"/>
                <a:cs typeface="Courier New"/>
                <a:sym typeface="Courier New"/>
              </a:rPr>
              <a:t>generate_subsets(s):</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if len(s) == 0:</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subsets_without_first = </a:t>
            </a:r>
            <a:r>
              <a:rPr b="1" lang="en-US" sz="1800">
                <a:solidFill>
                  <a:schemeClr val="dk1"/>
                </a:solidFill>
                <a:latin typeface="Courier New"/>
                <a:ea typeface="Courier New"/>
                <a:cs typeface="Courier New"/>
                <a:sym typeface="Courier New"/>
              </a:rPr>
              <a:t>generate_subsets</a:t>
            </a:r>
            <a:r>
              <a:rPr lang="en-US" sz="1800">
                <a:solidFill>
                  <a:schemeClr val="dk1"/>
                </a:solidFill>
                <a:latin typeface="Courier New"/>
                <a:ea typeface="Courier New"/>
                <a:cs typeface="Courier New"/>
                <a:sym typeface="Courier New"/>
              </a:rPr>
              <a:t>(s[1:])</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subsets_with_first = [[s[0]] + subset for subset in subsets_without_first]</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subsets_without_first + subsets_with_first</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my_set = [1, 2, 3]</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subsets = generate_subsets(my_set)</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print(subsets)</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3"/>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 BE?</a:t>
            </a:r>
            <a:endParaRPr/>
          </a:p>
        </p:txBody>
      </p:sp>
      <p:sp>
        <p:nvSpPr>
          <p:cNvPr id="534" name="Google Shape;534;p13"/>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35" name="Google Shape;535;p13"/>
          <p:cNvSpPr txBox="1"/>
          <p:nvPr/>
        </p:nvSpPr>
        <p:spPr>
          <a:xfrm>
            <a:off x="1427901" y="4937524"/>
            <a:ext cx="66825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Fibonacci sequence using naïve modeling approach.</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b="1" lang="en-US" sz="1800">
                <a:solidFill>
                  <a:schemeClr val="dk1"/>
                </a:solidFill>
                <a:latin typeface="Avenir"/>
                <a:ea typeface="Avenir"/>
                <a:cs typeface="Avenir"/>
                <a:sym typeface="Avenir"/>
              </a:rPr>
              <a:t>Recursive algorithm</a:t>
            </a:r>
            <a:endParaRPr b="1"/>
          </a:p>
        </p:txBody>
      </p:sp>
      <p:sp>
        <p:nvSpPr>
          <p:cNvPr id="536" name="Google Shape;536;p13"/>
          <p:cNvSpPr txBox="1"/>
          <p:nvPr/>
        </p:nvSpPr>
        <p:spPr>
          <a:xfrm>
            <a:off x="1496028" y="1797425"/>
            <a:ext cx="83403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def</a:t>
            </a:r>
            <a:r>
              <a:rPr lang="en-US" sz="1800">
                <a:solidFill>
                  <a:schemeClr val="dk1"/>
                </a:solidFill>
                <a:latin typeface="Courier New"/>
                <a:ea typeface="Courier New"/>
                <a:cs typeface="Courier New"/>
                <a:sym typeface="Courier New"/>
              </a:rPr>
              <a:t> fibonacci(n):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if n &lt;= 1:</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else:</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a:t>
            </a:r>
            <a:r>
              <a:rPr b="1" lang="en-US" sz="1800">
                <a:solidFill>
                  <a:schemeClr val="dk1"/>
                </a:solidFill>
                <a:latin typeface="Courier New"/>
                <a:ea typeface="Courier New"/>
                <a:cs typeface="Courier New"/>
                <a:sym typeface="Courier New"/>
              </a:rPr>
              <a:t>fibonacci</a:t>
            </a:r>
            <a:r>
              <a:rPr lang="en-US" sz="1800">
                <a:solidFill>
                  <a:schemeClr val="dk1"/>
                </a:solidFill>
                <a:latin typeface="Courier New"/>
                <a:ea typeface="Courier New"/>
                <a:cs typeface="Courier New"/>
                <a:sym typeface="Courier New"/>
              </a:rPr>
              <a:t>(n-1) + </a:t>
            </a:r>
            <a:r>
              <a:rPr b="1" lang="en-US" sz="1800">
                <a:solidFill>
                  <a:schemeClr val="dk1"/>
                </a:solidFill>
                <a:latin typeface="Courier New"/>
                <a:ea typeface="Courier New"/>
                <a:cs typeface="Courier New"/>
                <a:sym typeface="Courier New"/>
              </a:rPr>
              <a:t>fibonacci</a:t>
            </a:r>
            <a:r>
              <a:rPr lang="en-US" sz="1800">
                <a:solidFill>
                  <a:schemeClr val="dk1"/>
                </a:solidFill>
                <a:latin typeface="Courier New"/>
                <a:ea typeface="Courier New"/>
                <a:cs typeface="Courier New"/>
                <a:sym typeface="Courier New"/>
              </a:rPr>
              <a:t>(n-2)</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result = fibonacci(5)</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print(result)</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Time complexity: O(2^n)</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14"/>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LARGE CAN OUR DATA BE?</a:t>
            </a:r>
            <a:endParaRPr/>
          </a:p>
        </p:txBody>
      </p:sp>
      <p:sp>
        <p:nvSpPr>
          <p:cNvPr id="542" name="Google Shape;542;p1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43" name="Google Shape;543;p14"/>
          <p:cNvSpPr txBox="1"/>
          <p:nvPr/>
        </p:nvSpPr>
        <p:spPr>
          <a:xfrm>
            <a:off x="961046" y="2181886"/>
            <a:ext cx="417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Fibonacci Sequence</a:t>
            </a:r>
            <a:endParaRPr/>
          </a:p>
        </p:txBody>
      </p:sp>
      <p:sp>
        <p:nvSpPr>
          <p:cNvPr id="544" name="Google Shape;544;p14"/>
          <p:cNvSpPr txBox="1"/>
          <p:nvPr/>
        </p:nvSpPr>
        <p:spPr>
          <a:xfrm>
            <a:off x="4879692" y="2181867"/>
            <a:ext cx="6418500" cy="424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def</a:t>
            </a:r>
            <a:r>
              <a:rPr lang="en-US" sz="1800">
                <a:solidFill>
                  <a:schemeClr val="dk1"/>
                </a:solidFill>
                <a:latin typeface="Courier New"/>
                <a:ea typeface="Courier New"/>
                <a:cs typeface="Courier New"/>
                <a:sym typeface="Courier New"/>
              </a:rPr>
              <a:t> fibonacci_generator(n):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 b = 0, 1</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count = 0</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while count &lt; 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yield a</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 b = b, a + b</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count += 1</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Using the Fibonacci generator</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fib_gen = fibonacci_generator(5)</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for num in fib_gen:</a:t>
            </a:r>
            <a:endParaRPr>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print(num)</a:t>
            </a:r>
            <a:endParaRPr>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Time complexity: O(n)</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545" name="Google Shape;545;p14"/>
          <p:cNvSpPr/>
          <p:nvPr/>
        </p:nvSpPr>
        <p:spPr>
          <a:xfrm>
            <a:off x="5479201" y="3054275"/>
            <a:ext cx="2967300" cy="1147800"/>
          </a:xfrm>
          <a:prstGeom prst="roundRect">
            <a:avLst>
              <a:gd fmla="val 16667" name="adj"/>
            </a:avLst>
          </a:prstGeom>
          <a:noFill/>
          <a:ln cap="flat" cmpd="sng" w="12700">
            <a:solidFill>
              <a:srgbClr val="1384B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15"/>
          <p:cNvSpPr txBox="1"/>
          <p:nvPr>
            <p:ph type="title"/>
          </p:nvPr>
        </p:nvSpPr>
        <p:spPr>
          <a:xfrm>
            <a:off x="2772617" y="1402228"/>
            <a:ext cx="6646765"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TO DEAL WITH BIG DATA?</a:t>
            </a:r>
            <a:endParaRPr/>
          </a:p>
        </p:txBody>
      </p:sp>
      <p:sp>
        <p:nvSpPr>
          <p:cNvPr id="551" name="Google Shape;551;p15"/>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552" name="Google Shape;552;p15"/>
          <p:cNvSpPr txBox="1"/>
          <p:nvPr/>
        </p:nvSpPr>
        <p:spPr>
          <a:xfrm>
            <a:off x="2657855" y="3324586"/>
            <a:ext cx="687628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Recall the traveling salesman problem: find out the shortest route that visits each city exactly once and returns to the original city. The naive brute-force approach is O(n!) or O(2^n)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7"/>
          <p:cNvSpPr txBox="1"/>
          <p:nvPr>
            <p:ph type="title"/>
          </p:nvPr>
        </p:nvSpPr>
        <p:spPr>
          <a:xfrm>
            <a:off x="2772617" y="1402228"/>
            <a:ext cx="6646765"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PARALLELISM</a:t>
            </a:r>
            <a:endParaRPr/>
          </a:p>
        </p:txBody>
      </p:sp>
      <p:sp>
        <p:nvSpPr>
          <p:cNvPr id="558" name="Google Shape;558;p17"/>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559" name="Google Shape;559;p17"/>
          <p:cNvSpPr txBox="1"/>
          <p:nvPr/>
        </p:nvSpPr>
        <p:spPr>
          <a:xfrm>
            <a:off x="2772617" y="3429000"/>
            <a:ext cx="68763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venir"/>
                <a:ea typeface="Avenir"/>
                <a:cs typeface="Avenir"/>
                <a:sym typeface="Avenir"/>
              </a:rPr>
              <a:t>Divide and Conquer</a:t>
            </a:r>
            <a:endParaRPr sz="1600"/>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0faad0cb03_0_0"/>
          <p:cNvSpPr txBox="1"/>
          <p:nvPr>
            <p:ph type="title"/>
          </p:nvPr>
        </p:nvSpPr>
        <p:spPr>
          <a:xfrm>
            <a:off x="893064" y="72518"/>
            <a:ext cx="10405200" cy="1326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3000"/>
              <a:t>Mergesort</a:t>
            </a:r>
            <a:endParaRPr sz="3000"/>
          </a:p>
        </p:txBody>
      </p:sp>
      <p:sp>
        <p:nvSpPr>
          <p:cNvPr id="566" name="Google Shape;566;g30faad0cb03_0_0"/>
          <p:cNvSpPr txBox="1"/>
          <p:nvPr>
            <p:ph idx="1" type="body"/>
          </p:nvPr>
        </p:nvSpPr>
        <p:spPr>
          <a:xfrm>
            <a:off x="911352" y="2043429"/>
            <a:ext cx="10405200" cy="3925500"/>
          </a:xfrm>
          <a:prstGeom prst="rect">
            <a:avLst/>
          </a:prstGeom>
        </p:spPr>
        <p:txBody>
          <a:bodyPr anchorCtr="0" anchor="t" bIns="45700" lIns="91425" spcFirstLastPara="1" rIns="91425" wrap="square" tIns="45700">
            <a:normAutofit/>
          </a:bodyPr>
          <a:lstStyle/>
          <a:p>
            <a:pPr indent="0" lvl="0" marL="0" rtl="0" algn="l">
              <a:spcBef>
                <a:spcPts val="0"/>
              </a:spcBef>
              <a:spcAft>
                <a:spcPts val="1200"/>
              </a:spcAft>
              <a:buNone/>
            </a:pPr>
            <a:r>
              <a:rPr lang="en-US" sz="3000"/>
              <a:t>The divide-and-conquer nature of the algorithm makes merge sort a perfect fit for an embarrassingly parallel framework. The worst-case time complexity of merge sort is O(n log n).</a:t>
            </a:r>
            <a:endParaRPr sz="3000"/>
          </a:p>
        </p:txBody>
      </p:sp>
      <p:sp>
        <p:nvSpPr>
          <p:cNvPr id="567" name="Google Shape;567;g30faad0cb03_0_0"/>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15d2f4423e_0_7"/>
          <p:cNvSpPr txBox="1"/>
          <p:nvPr>
            <p:ph type="title"/>
          </p:nvPr>
        </p:nvSpPr>
        <p:spPr>
          <a:xfrm>
            <a:off x="2772617" y="1402228"/>
            <a:ext cx="6646800" cy="1326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HOW TO DEAL WITH BIG DATA?</a:t>
            </a:r>
            <a:endParaRPr/>
          </a:p>
        </p:txBody>
      </p:sp>
      <p:sp>
        <p:nvSpPr>
          <p:cNvPr id="573" name="Google Shape;573;g315d2f4423e_0_7"/>
          <p:cNvSpPr txBox="1"/>
          <p:nvPr>
            <p:ph idx="12" type="sldNum"/>
          </p:nvPr>
        </p:nvSpPr>
        <p:spPr>
          <a:xfrm>
            <a:off x="911352" y="6246622"/>
            <a:ext cx="2670000" cy="36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574" name="Google Shape;574;g315d2f4423e_0_7"/>
          <p:cNvSpPr txBox="1"/>
          <p:nvPr/>
        </p:nvSpPr>
        <p:spPr>
          <a:xfrm>
            <a:off x="2939455" y="3033911"/>
            <a:ext cx="6876300" cy="8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hlink"/>
                </a:solidFill>
                <a:latin typeface="Avenir"/>
                <a:ea typeface="Avenir"/>
                <a:cs typeface="Avenir"/>
                <a:sym typeface="Avenir"/>
                <a:hlinkClick r:id="rId3"/>
              </a:rPr>
              <a:t>Merge sort algorithm</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u="sng">
                <a:solidFill>
                  <a:schemeClr val="hlink"/>
                </a:solidFill>
                <a:hlinkClick r:id="rId4"/>
              </a:rPr>
              <a:t>Google Colab</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8"/>
          <p:cNvSpPr txBox="1"/>
          <p:nvPr>
            <p:ph type="title"/>
          </p:nvPr>
        </p:nvSpPr>
        <p:spPr>
          <a:xfrm>
            <a:off x="830580" y="459296"/>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sz="2800"/>
              <a:t>DIVIDE AND CONQUER</a:t>
            </a:r>
            <a:endParaRPr/>
          </a:p>
        </p:txBody>
      </p:sp>
      <p:sp>
        <p:nvSpPr>
          <p:cNvPr id="580" name="Google Shape;580;p18"/>
          <p:cNvSpPr txBox="1"/>
          <p:nvPr/>
        </p:nvSpPr>
        <p:spPr>
          <a:xfrm>
            <a:off x="899160" y="2026920"/>
            <a:ext cx="3017520" cy="390175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t/>
            </a:r>
            <a:endParaRPr sz="2000">
              <a:solidFill>
                <a:schemeClr val="dk1"/>
              </a:solidFill>
              <a:latin typeface="Avenir"/>
              <a:ea typeface="Avenir"/>
              <a:cs typeface="Avenir"/>
              <a:sym typeface="Avenir"/>
            </a:endParaRPr>
          </a:p>
          <a:p>
            <a:pPr indent="0" lvl="0" marL="0" marR="0" rtl="0" algn="l">
              <a:spcBef>
                <a:spcPts val="1200"/>
              </a:spcBef>
              <a:spcAft>
                <a:spcPts val="0"/>
              </a:spcAft>
              <a:buNone/>
            </a:pPr>
            <a:r>
              <a:rPr b="1" lang="en-US" sz="3000">
                <a:solidFill>
                  <a:schemeClr val="dk1"/>
                </a:solidFill>
                <a:latin typeface="Avenir"/>
                <a:ea typeface="Avenir"/>
                <a:cs typeface="Avenir"/>
                <a:sym typeface="Avenir"/>
              </a:rPr>
              <a:t>Goal</a:t>
            </a:r>
            <a:endParaRPr b="1" sz="3300"/>
          </a:p>
          <a:p>
            <a:pPr indent="0" lvl="0" marL="0" marR="0" rtl="0" algn="l">
              <a:spcBef>
                <a:spcPts val="1200"/>
              </a:spcBef>
              <a:spcAft>
                <a:spcPts val="0"/>
              </a:spcAft>
              <a:buNone/>
            </a:pPr>
            <a:r>
              <a:t/>
            </a:r>
            <a:endParaRPr sz="2000">
              <a:solidFill>
                <a:schemeClr val="dk1"/>
              </a:solidFill>
              <a:latin typeface="Avenir"/>
              <a:ea typeface="Avenir"/>
              <a:cs typeface="Avenir"/>
              <a:sym typeface="Avenir"/>
            </a:endParaRPr>
          </a:p>
          <a:p>
            <a:pPr indent="0" lvl="0" marL="0" marR="0" rtl="0" algn="l">
              <a:spcBef>
                <a:spcPts val="1200"/>
              </a:spcBef>
              <a:spcAft>
                <a:spcPts val="0"/>
              </a:spcAft>
              <a:buNone/>
            </a:pPr>
            <a:r>
              <a:t/>
            </a:r>
            <a:endParaRPr sz="2000">
              <a:solidFill>
                <a:schemeClr val="dk1"/>
              </a:solidFill>
              <a:latin typeface="Avenir"/>
              <a:ea typeface="Avenir"/>
              <a:cs typeface="Avenir"/>
              <a:sym typeface="Avenir"/>
            </a:endParaRPr>
          </a:p>
          <a:p>
            <a:pPr indent="0" lvl="0" marL="0" marR="0" rtl="0" algn="l">
              <a:spcBef>
                <a:spcPts val="1200"/>
              </a:spcBef>
              <a:spcAft>
                <a:spcPts val="0"/>
              </a:spcAft>
              <a:buNone/>
            </a:pPr>
            <a:r>
              <a:t/>
            </a:r>
            <a:endParaRPr sz="2000">
              <a:solidFill>
                <a:schemeClr val="dk1"/>
              </a:solidFill>
              <a:latin typeface="Avenir"/>
              <a:ea typeface="Avenir"/>
              <a:cs typeface="Avenir"/>
              <a:sym typeface="Avenir"/>
            </a:endParaRPr>
          </a:p>
        </p:txBody>
      </p:sp>
      <p:pic>
        <p:nvPicPr>
          <p:cNvPr id="581" name="Google Shape;581;p18"/>
          <p:cNvPicPr preferRelativeResize="0"/>
          <p:nvPr/>
        </p:nvPicPr>
        <p:blipFill rotWithShape="1">
          <a:blip r:embed="rId3">
            <a:alphaModFix/>
          </a:blip>
          <a:srcRect b="0" l="0" r="0" t="0"/>
          <a:stretch/>
        </p:blipFill>
        <p:spPr>
          <a:xfrm>
            <a:off x="4525963" y="2573513"/>
            <a:ext cx="6766877" cy="2808254"/>
          </a:xfrm>
          <a:prstGeom prst="rect">
            <a:avLst/>
          </a:prstGeom>
          <a:noFill/>
          <a:ln>
            <a:noFill/>
          </a:ln>
        </p:spPr>
      </p:pic>
      <p:sp>
        <p:nvSpPr>
          <p:cNvPr id="582" name="Google Shape;582;p18"/>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9"/>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pic>
        <p:nvPicPr>
          <p:cNvPr id="588" name="Google Shape;588;p19"/>
          <p:cNvPicPr preferRelativeResize="0"/>
          <p:nvPr/>
        </p:nvPicPr>
        <p:blipFill rotWithShape="1">
          <a:blip r:embed="rId3">
            <a:alphaModFix/>
          </a:blip>
          <a:srcRect b="0" l="0" r="0" t="0"/>
          <a:stretch/>
        </p:blipFill>
        <p:spPr>
          <a:xfrm>
            <a:off x="1545109" y="762054"/>
            <a:ext cx="8439400" cy="51261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0"/>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US" cap="none">
                <a:latin typeface="Arial"/>
                <a:ea typeface="Arial"/>
                <a:cs typeface="Arial"/>
                <a:sym typeface="Arial"/>
              </a:rPr>
              <a:t>PARALLEL COMPUTING</a:t>
            </a:r>
            <a:endParaRPr/>
          </a:p>
        </p:txBody>
      </p:sp>
      <p:sp>
        <p:nvSpPr>
          <p:cNvPr id="594" name="Google Shape;594;p20"/>
          <p:cNvSpPr txBox="1"/>
          <p:nvPr/>
        </p:nvSpPr>
        <p:spPr>
          <a:xfrm>
            <a:off x="1027176" y="2344864"/>
            <a:ext cx="9195816" cy="3901758"/>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Avenir"/>
                <a:ea typeface="Avenir"/>
                <a:cs typeface="Avenir"/>
                <a:sym typeface="Avenir"/>
              </a:rPr>
              <a:t>Breaking the problem into independent components so that each processing element can execute its part of the algorithm simultaneously with the others.</a:t>
            </a:r>
            <a:endParaRPr/>
          </a:p>
          <a:p>
            <a:pPr indent="-342900" lvl="0" marL="342900" marR="0" rtl="0" algn="l">
              <a:spcBef>
                <a:spcPts val="1200"/>
              </a:spcBef>
              <a:spcAft>
                <a:spcPts val="0"/>
              </a:spcAft>
              <a:buClr>
                <a:schemeClr val="dk1"/>
              </a:buClr>
              <a:buSzPts val="2000"/>
              <a:buFont typeface="Arial"/>
              <a:buChar char="•"/>
            </a:pPr>
            <a:r>
              <a:rPr lang="en-US" sz="2000">
                <a:solidFill>
                  <a:schemeClr val="dk1"/>
                </a:solidFill>
                <a:latin typeface="Avenir"/>
                <a:ea typeface="Avenir"/>
                <a:cs typeface="Avenir"/>
                <a:sym typeface="Avenir"/>
              </a:rPr>
              <a:t>The processing elements can be diverse and include resources such as</a:t>
            </a:r>
            <a:endParaRPr/>
          </a:p>
          <a:p>
            <a:pPr indent="-342900" lvl="1" marL="800100" marR="0" rtl="0" algn="l">
              <a:spcBef>
                <a:spcPts val="1200"/>
              </a:spcBef>
              <a:spcAft>
                <a:spcPts val="0"/>
              </a:spcAft>
              <a:buClr>
                <a:schemeClr val="dk1"/>
              </a:buClr>
              <a:buSzPts val="2000"/>
              <a:buFont typeface="Arial"/>
              <a:buChar char="•"/>
            </a:pPr>
            <a:r>
              <a:rPr b="0" i="0" lang="en-US" sz="2000" u="none" cap="none" strike="noStrike">
                <a:solidFill>
                  <a:schemeClr val="dk1"/>
                </a:solidFill>
                <a:latin typeface="Avenir"/>
                <a:ea typeface="Avenir"/>
                <a:cs typeface="Avenir"/>
                <a:sym typeface="Avenir"/>
              </a:rPr>
              <a:t> a single computer with multiple processors, </a:t>
            </a:r>
            <a:endParaRPr/>
          </a:p>
          <a:p>
            <a:pPr indent="-342900" lvl="1" marL="800100" marR="0" rtl="0" algn="l">
              <a:spcBef>
                <a:spcPts val="1200"/>
              </a:spcBef>
              <a:spcAft>
                <a:spcPts val="0"/>
              </a:spcAft>
              <a:buClr>
                <a:schemeClr val="dk1"/>
              </a:buClr>
              <a:buSzPts val="2000"/>
              <a:buFont typeface="Arial"/>
              <a:buChar char="•"/>
            </a:pPr>
            <a:r>
              <a:rPr b="0" i="0" lang="en-US" sz="2000" u="none" cap="none" strike="noStrike">
                <a:solidFill>
                  <a:schemeClr val="dk1"/>
                </a:solidFill>
                <a:latin typeface="Avenir"/>
                <a:ea typeface="Avenir"/>
                <a:cs typeface="Avenir"/>
                <a:sym typeface="Avenir"/>
              </a:rPr>
              <a:t>several networked computers, specialized hardware, or </a:t>
            </a:r>
            <a:endParaRPr/>
          </a:p>
          <a:p>
            <a:pPr indent="-342900" lvl="1" marL="800100" marR="0" rtl="0" algn="l">
              <a:spcBef>
                <a:spcPts val="1200"/>
              </a:spcBef>
              <a:spcAft>
                <a:spcPts val="0"/>
              </a:spcAft>
              <a:buClr>
                <a:schemeClr val="dk1"/>
              </a:buClr>
              <a:buSzPts val="2000"/>
              <a:buFont typeface="Arial"/>
              <a:buChar char="•"/>
            </a:pPr>
            <a:r>
              <a:rPr b="0" i="0" lang="en-US" sz="2000" u="none" cap="none" strike="noStrike">
                <a:solidFill>
                  <a:schemeClr val="dk1"/>
                </a:solidFill>
                <a:latin typeface="Avenir"/>
                <a:ea typeface="Avenir"/>
                <a:cs typeface="Avenir"/>
                <a:sym typeface="Avenir"/>
              </a:rPr>
              <a:t>a combination of the above.</a:t>
            </a:r>
            <a:endParaRPr/>
          </a:p>
          <a:p>
            <a:pPr indent="-342900" lvl="0" marL="342900" marR="0" rtl="0" algn="l">
              <a:spcBef>
                <a:spcPts val="1200"/>
              </a:spcBef>
              <a:spcAft>
                <a:spcPts val="0"/>
              </a:spcAft>
              <a:buClr>
                <a:schemeClr val="dk1"/>
              </a:buClr>
              <a:buSzPts val="2000"/>
              <a:buFont typeface="Arial"/>
              <a:buChar char="•"/>
            </a:pPr>
            <a:r>
              <a:rPr lang="en-US" sz="2000">
                <a:solidFill>
                  <a:schemeClr val="dk1"/>
                </a:solidFill>
                <a:latin typeface="Avenir"/>
                <a:ea typeface="Avenir"/>
                <a:cs typeface="Avenir"/>
                <a:sym typeface="Avenir"/>
              </a:rPr>
              <a:t>A type of synchronization through devices</a:t>
            </a:r>
            <a:endParaRPr/>
          </a:p>
          <a:p>
            <a:pPr indent="0" lvl="0" marL="0" marR="0" rtl="0" algn="l">
              <a:spcBef>
                <a:spcPts val="1200"/>
              </a:spcBef>
              <a:spcAft>
                <a:spcPts val="0"/>
              </a:spcAft>
              <a:buNone/>
            </a:pPr>
            <a:r>
              <a:t/>
            </a:r>
            <a:endParaRPr sz="2000">
              <a:solidFill>
                <a:schemeClr val="dk1"/>
              </a:solidFill>
              <a:latin typeface="Avenir"/>
              <a:ea typeface="Avenir"/>
              <a:cs typeface="Avenir"/>
              <a:sym typeface="Avenir"/>
            </a:endParaRPr>
          </a:p>
          <a:p>
            <a:pPr indent="0" lvl="0" marL="0" marR="0" rtl="0" algn="l">
              <a:spcBef>
                <a:spcPts val="1200"/>
              </a:spcBef>
              <a:spcAft>
                <a:spcPts val="0"/>
              </a:spcAft>
              <a:buNone/>
            </a:pPr>
            <a:r>
              <a:t/>
            </a:r>
            <a:endParaRPr sz="2000">
              <a:solidFill>
                <a:schemeClr val="dk1"/>
              </a:solidFill>
              <a:latin typeface="Avenir"/>
              <a:ea typeface="Avenir"/>
              <a:cs typeface="Avenir"/>
              <a:sym typeface="Avenir"/>
            </a:endParaRPr>
          </a:p>
        </p:txBody>
      </p:sp>
      <p:sp>
        <p:nvSpPr>
          <p:cNvPr id="595" name="Google Shape;595;p20"/>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p21"/>
          <p:cNvPicPr preferRelativeResize="0"/>
          <p:nvPr/>
        </p:nvPicPr>
        <p:blipFill rotWithShape="1">
          <a:blip r:embed="rId3">
            <a:alphaModFix/>
          </a:blip>
          <a:srcRect b="0" l="0" r="0" t="0"/>
          <a:stretch/>
        </p:blipFill>
        <p:spPr>
          <a:xfrm>
            <a:off x="1868565" y="68263"/>
            <a:ext cx="8454870" cy="6446837"/>
          </a:xfrm>
          <a:prstGeom prst="rect">
            <a:avLst/>
          </a:prstGeom>
          <a:solidFill>
            <a:srgbClr val="FFFFFF"/>
          </a:solid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22"/>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US" cap="none">
                <a:latin typeface="Arial"/>
                <a:ea typeface="Arial"/>
                <a:cs typeface="Arial"/>
                <a:sym typeface="Arial"/>
              </a:rPr>
              <a:t>PARALLEL COMPUTERS</a:t>
            </a:r>
            <a:endParaRPr/>
          </a:p>
        </p:txBody>
      </p:sp>
      <p:sp>
        <p:nvSpPr>
          <p:cNvPr id="606" name="Google Shape;606;p22"/>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pic>
        <p:nvPicPr>
          <p:cNvPr id="607" name="Google Shape;607;p22"/>
          <p:cNvPicPr preferRelativeResize="0"/>
          <p:nvPr/>
        </p:nvPicPr>
        <p:blipFill rotWithShape="1">
          <a:blip r:embed="rId3">
            <a:alphaModFix/>
          </a:blip>
          <a:srcRect b="0" l="0" r="0" t="9262"/>
          <a:stretch/>
        </p:blipFill>
        <p:spPr>
          <a:xfrm>
            <a:off x="1805259" y="1711928"/>
            <a:ext cx="7773485" cy="420960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23"/>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US" cap="none">
                <a:latin typeface="Arial"/>
                <a:ea typeface="Arial"/>
                <a:cs typeface="Arial"/>
                <a:sym typeface="Arial"/>
              </a:rPr>
              <a:t>PARALLEL SYSTEMS</a:t>
            </a:r>
            <a:endParaRPr/>
          </a:p>
        </p:txBody>
      </p:sp>
      <p:sp>
        <p:nvSpPr>
          <p:cNvPr id="613" name="Google Shape;613;p23"/>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pic>
        <p:nvPicPr>
          <p:cNvPr id="614" name="Google Shape;614;p23"/>
          <p:cNvPicPr preferRelativeResize="0"/>
          <p:nvPr/>
        </p:nvPicPr>
        <p:blipFill rotWithShape="1">
          <a:blip r:embed="rId3">
            <a:alphaModFix/>
          </a:blip>
          <a:srcRect b="0" l="0" r="0" t="17783"/>
          <a:stretch/>
        </p:blipFill>
        <p:spPr>
          <a:xfrm>
            <a:off x="566207" y="1671782"/>
            <a:ext cx="6838105" cy="2821684"/>
          </a:xfrm>
          <a:prstGeom prst="rect">
            <a:avLst/>
          </a:prstGeom>
          <a:noFill/>
          <a:ln>
            <a:noFill/>
          </a:ln>
        </p:spPr>
      </p:pic>
      <p:pic>
        <p:nvPicPr>
          <p:cNvPr id="615" name="Google Shape;615;p23"/>
          <p:cNvPicPr preferRelativeResize="0"/>
          <p:nvPr/>
        </p:nvPicPr>
        <p:blipFill rotWithShape="1">
          <a:blip r:embed="rId4">
            <a:alphaModFix/>
          </a:blip>
          <a:srcRect b="0" l="0" r="0" t="0"/>
          <a:stretch/>
        </p:blipFill>
        <p:spPr>
          <a:xfrm>
            <a:off x="7166584" y="1615785"/>
            <a:ext cx="4628252" cy="3626430"/>
          </a:xfrm>
          <a:prstGeom prst="rect">
            <a:avLst/>
          </a:prstGeom>
          <a:noFill/>
          <a:ln>
            <a:noFill/>
          </a:ln>
        </p:spPr>
      </p:pic>
      <p:sp>
        <p:nvSpPr>
          <p:cNvPr id="616" name="Google Shape;616;p23"/>
          <p:cNvSpPr txBox="1"/>
          <p:nvPr/>
        </p:nvSpPr>
        <p:spPr>
          <a:xfrm>
            <a:off x="7071360" y="5472461"/>
            <a:ext cx="510235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Resources, like memory and I/O devices, are accessible by all processors.</a:t>
            </a:r>
            <a:endParaRPr/>
          </a:p>
        </p:txBody>
      </p:sp>
      <p:sp>
        <p:nvSpPr>
          <p:cNvPr id="617" name="Google Shape;617;p23"/>
          <p:cNvSpPr/>
          <p:nvPr/>
        </p:nvSpPr>
        <p:spPr>
          <a:xfrm rot="-5400000">
            <a:off x="11097651" y="4824294"/>
            <a:ext cx="978995" cy="317337"/>
          </a:xfrm>
          <a:prstGeom prst="rightArrow">
            <a:avLst>
              <a:gd fmla="val 50000" name="adj1"/>
              <a:gd fmla="val 50000" name="adj2"/>
            </a:avLst>
          </a:prstGeom>
          <a:solidFill>
            <a:schemeClr val="accent1"/>
          </a:solidFill>
          <a:ln cap="flat" cmpd="sng" w="12700">
            <a:solidFill>
              <a:srgbClr val="2B4B4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24"/>
          <p:cNvSpPr txBox="1"/>
          <p:nvPr>
            <p:ph type="title"/>
          </p:nvPr>
        </p:nvSpPr>
        <p:spPr>
          <a:xfrm>
            <a:off x="541809" y="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US" cap="none">
                <a:latin typeface="Arial"/>
                <a:ea typeface="Arial"/>
                <a:cs typeface="Arial"/>
                <a:sym typeface="Arial"/>
              </a:rPr>
              <a:t>PARALLEL COMPUTERS</a:t>
            </a:r>
            <a:endParaRPr/>
          </a:p>
        </p:txBody>
      </p:sp>
      <p:sp>
        <p:nvSpPr>
          <p:cNvPr id="623" name="Google Shape;623;p24"/>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624" name="Google Shape;624;p24"/>
          <p:cNvSpPr txBox="1"/>
          <p:nvPr/>
        </p:nvSpPr>
        <p:spPr>
          <a:xfrm>
            <a:off x="2175641" y="1249680"/>
            <a:ext cx="8460900" cy="535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Helvetica Neue"/>
                <a:ea typeface="Helvetica Neue"/>
                <a:cs typeface="Helvetica Neue"/>
                <a:sym typeface="Helvetica Neue"/>
              </a:rPr>
              <a:t>Hardware Overview:</a:t>
            </a:r>
            <a:endParaRPr sz="1800">
              <a:solidFill>
                <a:srgbClr val="000000"/>
              </a:solidFill>
              <a:latin typeface="Helvetica Neue"/>
              <a:ea typeface="Helvetica Neue"/>
              <a:cs typeface="Helvetica Neue"/>
              <a:sym typeface="Helvetica Neue"/>
            </a:endParaRPr>
          </a:p>
          <a:p>
            <a:pPr indent="0" lvl="0" marL="0" marR="0" rtl="0" algn="l">
              <a:spcBef>
                <a:spcPts val="0"/>
              </a:spcBef>
              <a:spcAft>
                <a:spcPts val="0"/>
              </a:spcAft>
              <a:buNone/>
            </a:pPr>
            <a:br>
              <a:rPr lang="en-US" sz="1800">
                <a:solidFill>
                  <a:srgbClr val="000000"/>
                </a:solidFill>
                <a:latin typeface="Helvetica Neue"/>
                <a:ea typeface="Helvetica Neue"/>
                <a:cs typeface="Helvetica Neue"/>
                <a:sym typeface="Helvetica Neue"/>
              </a:rPr>
            </a:br>
            <a:endParaRPr sz="1800">
              <a:solidFill>
                <a:srgbClr val="000000"/>
              </a:solidFill>
              <a:latin typeface="Helvetica Neue"/>
              <a:ea typeface="Helvetica Neue"/>
              <a:cs typeface="Helvetica Neue"/>
              <a:sym typeface="Helvetica Neue"/>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Model Name: MacBook Pro</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Model Identifier: MacBookPro15,1</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Processor Name: </a:t>
            </a:r>
            <a:r>
              <a:rPr lang="en-US" sz="1800">
                <a:solidFill>
                  <a:srgbClr val="000000"/>
                </a:solidFill>
                <a:highlight>
                  <a:srgbClr val="FFFF00"/>
                </a:highlight>
                <a:latin typeface="Helvetica Neue"/>
                <a:ea typeface="Helvetica Neue"/>
                <a:cs typeface="Helvetica Neue"/>
                <a:sym typeface="Helvetica Neue"/>
              </a:rPr>
              <a:t>6-Core Intel Core i7</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Processor Speed: 2.6 GHz</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Number of Processors: 1</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Total Number of Cores:</a:t>
            </a:r>
            <a:r>
              <a:rPr lang="en-US" sz="1800">
                <a:solidFill>
                  <a:srgbClr val="000000"/>
                </a:solidFill>
                <a:highlight>
                  <a:srgbClr val="FFFF00"/>
                </a:highlight>
                <a:latin typeface="Helvetica Neue"/>
                <a:ea typeface="Helvetica Neue"/>
                <a:cs typeface="Helvetica Neue"/>
                <a:sym typeface="Helvetica Neue"/>
              </a:rPr>
              <a:t> 6</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L2 Cache (per Core): 256 KB</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L3 Cache: 9 MB</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Hyper-Threading Technology: Enabled</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Memory: </a:t>
            </a:r>
            <a:r>
              <a:rPr lang="en-US" sz="1800">
                <a:solidFill>
                  <a:srgbClr val="000000"/>
                </a:solidFill>
                <a:highlight>
                  <a:srgbClr val="FFFF00"/>
                </a:highlight>
                <a:latin typeface="Helvetica Neue"/>
                <a:ea typeface="Helvetica Neue"/>
                <a:cs typeface="Helvetica Neue"/>
                <a:sym typeface="Helvetica Neue"/>
              </a:rPr>
              <a:t>16 GB</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System Firmware Version: 2022.100.22.0.0 (iBridge: 21.16.4222.0.0,0)</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OS Loader Version: 580~1678</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Serial Number (system): C02YG2</a:t>
            </a:r>
            <a:r>
              <a:rPr lang="en-US" sz="1800">
                <a:latin typeface="Helvetica Neue"/>
                <a:ea typeface="Helvetica Neue"/>
                <a:cs typeface="Helvetica Neue"/>
                <a:sym typeface="Helvetica Neue"/>
              </a:rPr>
              <a:t>XXXX</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Hardware UUID: 418D713A-2808-54D3-B7A2-8B6F0C7D8251</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Provisioning UDID: 418D713A-2808-54D3-B7A2-8B6F0C7D8251</a:t>
            </a:r>
            <a:endParaRPr/>
          </a:p>
          <a:p>
            <a:pPr indent="0" lvl="0" marL="0" marR="0" rtl="0" algn="l">
              <a:spcBef>
                <a:spcPts val="0"/>
              </a:spcBef>
              <a:spcAft>
                <a:spcPts val="0"/>
              </a:spcAft>
              <a:buNone/>
            </a:pPr>
            <a:r>
              <a:rPr lang="en-US" sz="1800">
                <a:solidFill>
                  <a:srgbClr val="000000"/>
                </a:solidFill>
                <a:latin typeface="Helvetica Neue"/>
                <a:ea typeface="Helvetica Neue"/>
                <a:cs typeface="Helvetica Neue"/>
                <a:sym typeface="Helvetica Neue"/>
              </a:rPr>
              <a:t>  Activation Lock Status: Enabled</a:t>
            </a:r>
            <a:endParaRPr/>
          </a:p>
        </p:txBody>
      </p:sp>
      <p:pic>
        <p:nvPicPr>
          <p:cNvPr id="625" name="Google Shape;625;p24"/>
          <p:cNvPicPr preferRelativeResize="0"/>
          <p:nvPr/>
        </p:nvPicPr>
        <p:blipFill rotWithShape="1">
          <a:blip r:embed="rId3">
            <a:alphaModFix/>
          </a:blip>
          <a:srcRect b="0" l="0" r="0" t="0"/>
          <a:stretch/>
        </p:blipFill>
        <p:spPr>
          <a:xfrm>
            <a:off x="6096000" y="346842"/>
            <a:ext cx="6019705" cy="1430854"/>
          </a:xfrm>
          <a:prstGeom prst="rect">
            <a:avLst/>
          </a:prstGeom>
          <a:noFill/>
          <a:ln>
            <a:noFill/>
          </a:ln>
        </p:spPr>
      </p:pic>
      <p:sp>
        <p:nvSpPr>
          <p:cNvPr id="626" name="Google Shape;626;p24"/>
          <p:cNvSpPr txBox="1"/>
          <p:nvPr/>
        </p:nvSpPr>
        <p:spPr>
          <a:xfrm>
            <a:off x="7954969" y="-22490"/>
            <a:ext cx="23017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Windows users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5"/>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US" cap="none">
                <a:latin typeface="Arial"/>
                <a:ea typeface="Arial"/>
                <a:cs typeface="Arial"/>
                <a:sym typeface="Arial"/>
              </a:rPr>
              <a:t>SHARE ARCHITECTURE</a:t>
            </a:r>
            <a:endParaRPr/>
          </a:p>
        </p:txBody>
      </p:sp>
      <p:sp>
        <p:nvSpPr>
          <p:cNvPr id="632" name="Google Shape;632;p25"/>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pic>
        <p:nvPicPr>
          <p:cNvPr id="633" name="Google Shape;633;p25"/>
          <p:cNvPicPr preferRelativeResize="0"/>
          <p:nvPr/>
        </p:nvPicPr>
        <p:blipFill rotWithShape="1">
          <a:blip r:embed="rId3">
            <a:alphaModFix/>
          </a:blip>
          <a:srcRect b="0" l="0" r="0" t="12906"/>
          <a:stretch/>
        </p:blipFill>
        <p:spPr>
          <a:xfrm>
            <a:off x="2410887" y="1559328"/>
            <a:ext cx="6917839" cy="468729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26"/>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DATA LOCALITY AND ISOLATION</a:t>
            </a:r>
            <a:endParaRPr/>
          </a:p>
        </p:txBody>
      </p:sp>
      <p:sp>
        <p:nvSpPr>
          <p:cNvPr id="639" name="Google Shape;639;p2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grpSp>
        <p:nvGrpSpPr>
          <p:cNvPr id="640" name="Google Shape;640;p26"/>
          <p:cNvGrpSpPr/>
          <p:nvPr/>
        </p:nvGrpSpPr>
        <p:grpSpPr>
          <a:xfrm>
            <a:off x="911352" y="2681317"/>
            <a:ext cx="10405174" cy="2649690"/>
            <a:chOff x="0" y="637888"/>
            <a:chExt cx="10405174" cy="2649690"/>
          </a:xfrm>
        </p:grpSpPr>
        <p:sp>
          <p:nvSpPr>
            <p:cNvPr id="641" name="Google Shape;641;p26"/>
            <p:cNvSpPr/>
            <p:nvPr/>
          </p:nvSpPr>
          <p:spPr>
            <a:xfrm>
              <a:off x="0" y="637888"/>
              <a:ext cx="10405174" cy="1177640"/>
            </a:xfrm>
            <a:prstGeom prst="roundRect">
              <a:avLst>
                <a:gd fmla="val 10000" name="adj"/>
              </a:avLst>
            </a:prstGeom>
            <a:solidFill>
              <a:srgbClr val="F7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6"/>
            <p:cNvSpPr/>
            <p:nvPr/>
          </p:nvSpPr>
          <p:spPr>
            <a:xfrm>
              <a:off x="356236" y="902857"/>
              <a:ext cx="647702" cy="64770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6"/>
            <p:cNvSpPr/>
            <p:nvPr/>
          </p:nvSpPr>
          <p:spPr>
            <a:xfrm>
              <a:off x="1360174" y="637888"/>
              <a:ext cx="9044999" cy="11776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6"/>
            <p:cNvSpPr txBox="1"/>
            <p:nvPr/>
          </p:nvSpPr>
          <p:spPr>
            <a:xfrm>
              <a:off x="1360174" y="637888"/>
              <a:ext cx="9044999" cy="1177640"/>
            </a:xfrm>
            <a:prstGeom prst="rect">
              <a:avLst/>
            </a:prstGeom>
            <a:noFill/>
            <a:ln>
              <a:noFill/>
            </a:ln>
          </p:spPr>
          <p:txBody>
            <a:bodyPr anchorCtr="0" anchor="ctr" bIns="124625" lIns="124625" spcFirstLastPara="1" rIns="124625" wrap="square" tIns="124625">
              <a:noAutofit/>
            </a:bodyPr>
            <a:lstStyle/>
            <a:p>
              <a:pPr indent="0" lvl="0" marL="0" marR="0" rtl="0" algn="l">
                <a:lnSpc>
                  <a:spcPct val="90000"/>
                </a:lnSpc>
                <a:spcBef>
                  <a:spcPts val="0"/>
                </a:spcBef>
                <a:spcAft>
                  <a:spcPts val="0"/>
                </a:spcAft>
                <a:buClr>
                  <a:schemeClr val="dk1"/>
                </a:buClr>
                <a:buSzPts val="2500"/>
                <a:buFont typeface="Avenir"/>
                <a:buNone/>
              </a:pPr>
              <a:r>
                <a:rPr lang="en-US" sz="2500">
                  <a:solidFill>
                    <a:schemeClr val="dk1"/>
                  </a:solidFill>
                  <a:latin typeface="Avenir"/>
                  <a:ea typeface="Avenir"/>
                  <a:cs typeface="Avenir"/>
                  <a:sym typeface="Avenir"/>
                </a:rPr>
                <a:t>Moving data to computation nodes is hard</a:t>
              </a:r>
              <a:endParaRPr/>
            </a:p>
          </p:txBody>
        </p:sp>
        <p:sp>
          <p:nvSpPr>
            <p:cNvPr id="645" name="Google Shape;645;p26"/>
            <p:cNvSpPr/>
            <p:nvPr/>
          </p:nvSpPr>
          <p:spPr>
            <a:xfrm>
              <a:off x="0" y="2109938"/>
              <a:ext cx="10405174" cy="1177640"/>
            </a:xfrm>
            <a:prstGeom prst="roundRect">
              <a:avLst>
                <a:gd fmla="val 10000" name="adj"/>
              </a:avLst>
            </a:prstGeom>
            <a:solidFill>
              <a:srgbClr val="F7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6"/>
            <p:cNvSpPr/>
            <p:nvPr/>
          </p:nvSpPr>
          <p:spPr>
            <a:xfrm>
              <a:off x="356236" y="2374907"/>
              <a:ext cx="647702" cy="64770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p:nvPr/>
          </p:nvSpPr>
          <p:spPr>
            <a:xfrm>
              <a:off x="1360174" y="2109938"/>
              <a:ext cx="9044999" cy="11776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txBox="1"/>
            <p:nvPr/>
          </p:nvSpPr>
          <p:spPr>
            <a:xfrm>
              <a:off x="1360174" y="2109938"/>
              <a:ext cx="9044999" cy="1177640"/>
            </a:xfrm>
            <a:prstGeom prst="rect">
              <a:avLst/>
            </a:prstGeom>
            <a:noFill/>
            <a:ln>
              <a:noFill/>
            </a:ln>
          </p:spPr>
          <p:txBody>
            <a:bodyPr anchorCtr="0" anchor="ctr" bIns="124625" lIns="124625" spcFirstLastPara="1" rIns="124625" wrap="square" tIns="124625">
              <a:noAutofit/>
            </a:bodyPr>
            <a:lstStyle/>
            <a:p>
              <a:pPr indent="0" lvl="0" marL="0" marR="0" rtl="0" algn="l">
                <a:lnSpc>
                  <a:spcPct val="90000"/>
                </a:lnSpc>
                <a:spcBef>
                  <a:spcPts val="0"/>
                </a:spcBef>
                <a:spcAft>
                  <a:spcPts val="0"/>
                </a:spcAft>
                <a:buClr>
                  <a:schemeClr val="dk1"/>
                </a:buClr>
                <a:buSzPts val="2500"/>
                <a:buFont typeface="Avenir"/>
                <a:buNone/>
              </a:pPr>
              <a:r>
                <a:rPr lang="en-US" sz="2500">
                  <a:solidFill>
                    <a:schemeClr val="dk1"/>
                  </a:solidFill>
                  <a:latin typeface="Avenir"/>
                  <a:ea typeface="Avenir"/>
                  <a:cs typeface="Avenir"/>
                  <a:sym typeface="Avenir"/>
                </a:rPr>
                <a:t>Network bandwidth is limited</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7"/>
          <p:cNvSpPr txBox="1"/>
          <p:nvPr>
            <p:ph type="title"/>
          </p:nvPr>
        </p:nvSpPr>
        <p:spPr>
          <a:xfrm>
            <a:off x="899160" y="137160"/>
            <a:ext cx="8799022"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FRAMEWORK FOR PARALLEL COMPUTATION</a:t>
            </a:r>
            <a:endParaRPr/>
          </a:p>
        </p:txBody>
      </p:sp>
      <p:sp>
        <p:nvSpPr>
          <p:cNvPr id="654" name="Google Shape;654;p27"/>
          <p:cNvSpPr txBox="1"/>
          <p:nvPr>
            <p:ph idx="2" type="body"/>
          </p:nvPr>
        </p:nvSpPr>
        <p:spPr>
          <a:xfrm>
            <a:off x="1505712" y="1961948"/>
            <a:ext cx="9328543" cy="39020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Cluster and grid computing</a:t>
            </a:r>
            <a:endParaRPr/>
          </a:p>
          <a:p>
            <a:pPr indent="-228600" lvl="1" marL="685800" rtl="0" algn="l">
              <a:lnSpc>
                <a:spcPct val="90000"/>
              </a:lnSpc>
              <a:spcBef>
                <a:spcPts val="1200"/>
              </a:spcBef>
              <a:spcAft>
                <a:spcPts val="0"/>
              </a:spcAft>
              <a:buClr>
                <a:schemeClr val="dk1"/>
              </a:buClr>
              <a:buSzPts val="2400"/>
              <a:buChar char="•"/>
            </a:pPr>
            <a:r>
              <a:rPr lang="en-US"/>
              <a:t>Provide logical abstractions</a:t>
            </a:r>
            <a:endParaRPr/>
          </a:p>
          <a:p>
            <a:pPr indent="-228600" lvl="1" marL="685800" rtl="0" algn="l">
              <a:lnSpc>
                <a:spcPct val="90000"/>
              </a:lnSpc>
              <a:spcBef>
                <a:spcPts val="600"/>
              </a:spcBef>
              <a:spcAft>
                <a:spcPts val="0"/>
              </a:spcAft>
              <a:buClr>
                <a:schemeClr val="dk1"/>
              </a:buClr>
              <a:buSzPts val="2400"/>
              <a:buChar char="•"/>
            </a:pPr>
            <a:r>
              <a:rPr lang="en-US"/>
              <a:t>Libraries implementing the message passing interface (MPI) for same local network</a:t>
            </a:r>
            <a:endParaRPr/>
          </a:p>
          <a:p>
            <a:pPr indent="-228600" lvl="1" marL="685800" rtl="0" algn="l">
              <a:lnSpc>
                <a:spcPct val="90000"/>
              </a:lnSpc>
              <a:spcBef>
                <a:spcPts val="600"/>
              </a:spcBef>
              <a:spcAft>
                <a:spcPts val="0"/>
              </a:spcAft>
              <a:buClr>
                <a:schemeClr val="dk1"/>
              </a:buClr>
              <a:buSzPts val="2400"/>
              <a:buChar char="•"/>
            </a:pPr>
            <a:r>
              <a:rPr lang="en-US"/>
              <a:t>MapReduce is a framework processing parallelizable problems across huge data sets, using large number of pcs or nodes, cluster or grid (nodes are shared across geographically or heterogeneous hardware)</a:t>
            </a:r>
            <a:endParaRPr/>
          </a:p>
          <a:p>
            <a:pPr indent="-76200" lvl="1" marL="685800" rtl="0" algn="l">
              <a:lnSpc>
                <a:spcPct val="90000"/>
              </a:lnSpc>
              <a:spcBef>
                <a:spcPts val="600"/>
              </a:spcBef>
              <a:spcAft>
                <a:spcPts val="0"/>
              </a:spcAft>
              <a:buClr>
                <a:schemeClr val="dk1"/>
              </a:buClr>
              <a:buSzPts val="2400"/>
              <a:buNone/>
            </a:pPr>
            <a:r>
              <a:t/>
            </a:r>
            <a:endParaRPr/>
          </a:p>
        </p:txBody>
      </p:sp>
      <p:sp>
        <p:nvSpPr>
          <p:cNvPr id="655" name="Google Shape;655;p27"/>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15d2f4423e_0_0"/>
          <p:cNvSpPr txBox="1"/>
          <p:nvPr>
            <p:ph type="title"/>
          </p:nvPr>
        </p:nvSpPr>
        <p:spPr>
          <a:xfrm>
            <a:off x="2646023" y="82650"/>
            <a:ext cx="7901700" cy="1212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Embarrassingly</a:t>
            </a:r>
            <a:r>
              <a:rPr lang="en-US"/>
              <a:t> Parallel Situation</a:t>
            </a:r>
            <a:endParaRPr/>
          </a:p>
        </p:txBody>
      </p:sp>
      <p:sp>
        <p:nvSpPr>
          <p:cNvPr id="661" name="Google Shape;661;g315d2f4423e_0_0"/>
          <p:cNvSpPr txBox="1"/>
          <p:nvPr>
            <p:ph idx="2" type="body"/>
          </p:nvPr>
        </p:nvSpPr>
        <p:spPr>
          <a:xfrm>
            <a:off x="1505712" y="1961948"/>
            <a:ext cx="9328500" cy="39021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t/>
            </a:r>
            <a:endParaRPr/>
          </a:p>
          <a:p>
            <a:pPr indent="-76200" lvl="1" marL="685800" rtl="0" algn="l">
              <a:lnSpc>
                <a:spcPct val="90000"/>
              </a:lnSpc>
              <a:spcBef>
                <a:spcPts val="600"/>
              </a:spcBef>
              <a:spcAft>
                <a:spcPts val="0"/>
              </a:spcAft>
              <a:buClr>
                <a:schemeClr val="dk1"/>
              </a:buClr>
              <a:buSzPts val="2400"/>
              <a:buNone/>
            </a:pPr>
            <a:r>
              <a:t/>
            </a:r>
            <a:endParaRPr/>
          </a:p>
        </p:txBody>
      </p:sp>
      <p:sp>
        <p:nvSpPr>
          <p:cNvPr id="662" name="Google Shape;662;g315d2f4423e_0_0"/>
          <p:cNvSpPr txBox="1"/>
          <p:nvPr>
            <p:ph idx="12" type="sldNum"/>
          </p:nvPr>
        </p:nvSpPr>
        <p:spPr>
          <a:xfrm>
            <a:off x="911352" y="6246622"/>
            <a:ext cx="11886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663" name="Google Shape;663;g315d2f4423e_0_0"/>
          <p:cNvPicPr preferRelativeResize="0"/>
          <p:nvPr/>
        </p:nvPicPr>
        <p:blipFill>
          <a:blip r:embed="rId3">
            <a:alphaModFix/>
          </a:blip>
          <a:stretch>
            <a:fillRect/>
          </a:stretch>
        </p:blipFill>
        <p:spPr>
          <a:xfrm>
            <a:off x="254350" y="1737314"/>
            <a:ext cx="11937648" cy="466353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28"/>
          <p:cNvSpPr txBox="1"/>
          <p:nvPr>
            <p:ph type="title"/>
          </p:nvPr>
        </p:nvSpPr>
        <p:spPr>
          <a:xfrm>
            <a:off x="3768175" y="1068225"/>
            <a:ext cx="4305900" cy="652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MAP AND REDUCE</a:t>
            </a:r>
            <a:endParaRPr/>
          </a:p>
        </p:txBody>
      </p:sp>
      <p:sp>
        <p:nvSpPr>
          <p:cNvPr id="669" name="Google Shape;669;p28"/>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670" name="Google Shape;670;p28"/>
          <p:cNvSpPr txBox="1"/>
          <p:nvPr/>
        </p:nvSpPr>
        <p:spPr>
          <a:xfrm>
            <a:off x="1179551" y="2591674"/>
            <a:ext cx="8772000" cy="2031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Map phase dominates, the complexity is O(n*m), where n:input size; m: number of mappers (like log file analysis)</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If the reducer phase dominates, the overall complexity is O(n*r*m), where r is number of reduce tasks (example?)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What if the number of tasks are processed by many computers?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9"/>
          <p:cNvSpPr txBox="1"/>
          <p:nvPr>
            <p:ph type="title"/>
          </p:nvPr>
        </p:nvSpPr>
        <p:spPr>
          <a:xfrm>
            <a:off x="1976027" y="578052"/>
            <a:ext cx="9426541"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EVOLUTION OF MAPREDUCE FRAMEWORK</a:t>
            </a:r>
            <a:endParaRPr/>
          </a:p>
        </p:txBody>
      </p:sp>
      <p:pic>
        <p:nvPicPr>
          <p:cNvPr id="676" name="Google Shape;676;p29"/>
          <p:cNvPicPr preferRelativeResize="0"/>
          <p:nvPr>
            <p:ph idx="1" type="body"/>
          </p:nvPr>
        </p:nvPicPr>
        <p:blipFill rotWithShape="1">
          <a:blip r:embed="rId3">
            <a:alphaModFix/>
          </a:blip>
          <a:srcRect b="0" l="0" r="0" t="0"/>
          <a:stretch/>
        </p:blipFill>
        <p:spPr>
          <a:xfrm>
            <a:off x="2428054" y="2043429"/>
            <a:ext cx="7371770" cy="3925467"/>
          </a:xfrm>
          <a:prstGeom prst="rect">
            <a:avLst/>
          </a:prstGeom>
          <a:noFill/>
          <a:ln>
            <a:noFill/>
          </a:ln>
        </p:spPr>
      </p:pic>
      <p:sp>
        <p:nvSpPr>
          <p:cNvPr id="677" name="Google Shape;677;p29"/>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0"/>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MAPREDUCE + SCALABILITY + FAULT TOLERANCE</a:t>
            </a:r>
            <a:endParaRPr/>
          </a:p>
        </p:txBody>
      </p:sp>
      <p:sp>
        <p:nvSpPr>
          <p:cNvPr id="683" name="Google Shape;683;p3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684" name="Google Shape;684;p30"/>
          <p:cNvPicPr preferRelativeResize="0"/>
          <p:nvPr/>
        </p:nvPicPr>
        <p:blipFill rotWithShape="1">
          <a:blip r:embed="rId3">
            <a:alphaModFix/>
          </a:blip>
          <a:srcRect b="0" l="0" r="0" t="15168"/>
          <a:stretch/>
        </p:blipFill>
        <p:spPr>
          <a:xfrm>
            <a:off x="2246376" y="1608384"/>
            <a:ext cx="7119297" cy="48207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31"/>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690" name="Google Shape;690;p31"/>
          <p:cNvPicPr preferRelativeResize="0"/>
          <p:nvPr/>
        </p:nvPicPr>
        <p:blipFill rotWithShape="1">
          <a:blip r:embed="rId3">
            <a:alphaModFix/>
          </a:blip>
          <a:srcRect b="0" l="0" r="0" t="0"/>
          <a:stretch/>
        </p:blipFill>
        <p:spPr>
          <a:xfrm>
            <a:off x="1183322" y="1066512"/>
            <a:ext cx="10108590" cy="403629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2"/>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696" name="Google Shape;696;p32"/>
          <p:cNvPicPr preferRelativeResize="0"/>
          <p:nvPr/>
        </p:nvPicPr>
        <p:blipFill rotWithShape="1">
          <a:blip r:embed="rId3">
            <a:alphaModFix/>
          </a:blip>
          <a:srcRect b="0" l="0" r="0" t="0"/>
          <a:stretch/>
        </p:blipFill>
        <p:spPr>
          <a:xfrm>
            <a:off x="1040661" y="1246909"/>
            <a:ext cx="4975170" cy="4054764"/>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784"/>
              </a:srgbClr>
            </a:outerShdw>
          </a:effectLst>
        </p:spPr>
      </p:pic>
      <p:pic>
        <p:nvPicPr>
          <p:cNvPr id="697" name="Google Shape;697;p32"/>
          <p:cNvPicPr preferRelativeResize="0"/>
          <p:nvPr/>
        </p:nvPicPr>
        <p:blipFill rotWithShape="1">
          <a:blip r:embed="rId4">
            <a:alphaModFix/>
          </a:blip>
          <a:srcRect b="0" l="0" r="0" t="0"/>
          <a:stretch/>
        </p:blipFill>
        <p:spPr>
          <a:xfrm>
            <a:off x="7042618" y="1053910"/>
            <a:ext cx="3920946" cy="4750180"/>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784"/>
              </a:srgbClr>
            </a:outerShdw>
          </a:effectLst>
        </p:spPr>
      </p:pic>
      <p:sp>
        <p:nvSpPr>
          <p:cNvPr id="698" name="Google Shape;698;p32"/>
          <p:cNvSpPr txBox="1"/>
          <p:nvPr/>
        </p:nvSpPr>
        <p:spPr>
          <a:xfrm>
            <a:off x="3528246" y="267537"/>
            <a:ext cx="39209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venir"/>
                <a:ea typeface="Avenir"/>
                <a:cs typeface="Avenir"/>
                <a:sym typeface="Avenir"/>
                <a:hlinkClick r:id="rId5">
                  <a:extLst>
                    <a:ext uri="{A12FA001-AC4F-418D-AE19-62706E023703}">
                      <ahyp:hlinkClr val="tx"/>
                    </a:ext>
                  </a:extLst>
                </a:hlinkClick>
              </a:rPr>
              <a:t>Hadoop Distributed  File System</a:t>
            </a:r>
            <a:endParaRPr sz="1800">
              <a:solidFill>
                <a:schemeClr val="dk1"/>
              </a:solidFill>
              <a:latin typeface="Avenir"/>
              <a:ea typeface="Avenir"/>
              <a:cs typeface="Avenir"/>
              <a:sym typeface="Avenir"/>
            </a:endParaRPr>
          </a:p>
        </p:txBody>
      </p:sp>
      <p:pic>
        <p:nvPicPr>
          <p:cNvPr descr="Computer outline" id="699" name="Google Shape;699;p32"/>
          <p:cNvPicPr preferRelativeResize="0"/>
          <p:nvPr/>
        </p:nvPicPr>
        <p:blipFill rotWithShape="1">
          <a:blip r:embed="rId6">
            <a:alphaModFix/>
          </a:blip>
          <a:srcRect b="0" l="0" r="0" t="0"/>
          <a:stretch/>
        </p:blipFill>
        <p:spPr>
          <a:xfrm>
            <a:off x="8714509" y="1053910"/>
            <a:ext cx="727364" cy="727364"/>
          </a:xfrm>
          <a:prstGeom prst="rect">
            <a:avLst/>
          </a:prstGeom>
          <a:noFill/>
          <a:ln>
            <a:noFill/>
          </a:ln>
        </p:spPr>
      </p:pic>
      <p:pic>
        <p:nvPicPr>
          <p:cNvPr descr="Server with solid fill" id="700" name="Google Shape;700;p32"/>
          <p:cNvPicPr preferRelativeResize="0"/>
          <p:nvPr/>
        </p:nvPicPr>
        <p:blipFill rotWithShape="1">
          <a:blip r:embed="rId7">
            <a:alphaModFix/>
          </a:blip>
          <a:srcRect b="0" l="0" r="0" t="0"/>
          <a:stretch/>
        </p:blipFill>
        <p:spPr>
          <a:xfrm>
            <a:off x="6802582" y="2842491"/>
            <a:ext cx="464127" cy="464127"/>
          </a:xfrm>
          <a:prstGeom prst="rect">
            <a:avLst/>
          </a:prstGeom>
          <a:noFill/>
          <a:ln>
            <a:noFill/>
          </a:ln>
        </p:spPr>
      </p:pic>
      <p:pic>
        <p:nvPicPr>
          <p:cNvPr descr="Server with solid fill" id="701" name="Google Shape;701;p32"/>
          <p:cNvPicPr preferRelativeResize="0"/>
          <p:nvPr/>
        </p:nvPicPr>
        <p:blipFill rotWithShape="1">
          <a:blip r:embed="rId7">
            <a:alphaModFix/>
          </a:blip>
          <a:srcRect b="0" l="0" r="0" t="0"/>
          <a:stretch/>
        </p:blipFill>
        <p:spPr>
          <a:xfrm>
            <a:off x="6802581" y="3797232"/>
            <a:ext cx="464127" cy="464127"/>
          </a:xfrm>
          <a:prstGeom prst="rect">
            <a:avLst/>
          </a:prstGeom>
          <a:noFill/>
          <a:ln>
            <a:noFill/>
          </a:ln>
        </p:spPr>
      </p:pic>
      <p:pic>
        <p:nvPicPr>
          <p:cNvPr descr="Server with solid fill" id="702" name="Google Shape;702;p32"/>
          <p:cNvPicPr preferRelativeResize="0"/>
          <p:nvPr/>
        </p:nvPicPr>
        <p:blipFill rotWithShape="1">
          <a:blip r:embed="rId7">
            <a:alphaModFix/>
          </a:blip>
          <a:srcRect b="0" l="0" r="0" t="0"/>
          <a:stretch/>
        </p:blipFill>
        <p:spPr>
          <a:xfrm>
            <a:off x="6810554" y="4631072"/>
            <a:ext cx="464127" cy="464127"/>
          </a:xfrm>
          <a:prstGeom prst="rect">
            <a:avLst/>
          </a:prstGeom>
          <a:noFill/>
          <a:ln>
            <a:noFill/>
          </a:ln>
        </p:spPr>
      </p:pic>
      <p:pic>
        <p:nvPicPr>
          <p:cNvPr descr="Server with solid fill" id="703" name="Google Shape;703;p32"/>
          <p:cNvPicPr preferRelativeResize="0"/>
          <p:nvPr/>
        </p:nvPicPr>
        <p:blipFill rotWithShape="1">
          <a:blip r:embed="rId7">
            <a:alphaModFix/>
          </a:blip>
          <a:srcRect b="0" l="0" r="0" t="0"/>
          <a:stretch/>
        </p:blipFill>
        <p:spPr>
          <a:xfrm>
            <a:off x="10687212" y="2887647"/>
            <a:ext cx="464127" cy="464127"/>
          </a:xfrm>
          <a:prstGeom prst="rect">
            <a:avLst/>
          </a:prstGeom>
          <a:noFill/>
          <a:ln>
            <a:noFill/>
          </a:ln>
        </p:spPr>
      </p:pic>
      <p:pic>
        <p:nvPicPr>
          <p:cNvPr descr="Server with solid fill" id="704" name="Google Shape;704;p32"/>
          <p:cNvPicPr preferRelativeResize="0"/>
          <p:nvPr/>
        </p:nvPicPr>
        <p:blipFill rotWithShape="1">
          <a:blip r:embed="rId7">
            <a:alphaModFix/>
          </a:blip>
          <a:srcRect b="0" l="0" r="0" t="0"/>
          <a:stretch/>
        </p:blipFill>
        <p:spPr>
          <a:xfrm>
            <a:off x="10687211" y="3739633"/>
            <a:ext cx="464127" cy="46412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3"/>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10" name="Google Shape;710;p33"/>
          <p:cNvSpPr txBox="1"/>
          <p:nvPr/>
        </p:nvSpPr>
        <p:spPr>
          <a:xfrm>
            <a:off x="3528246" y="193964"/>
            <a:ext cx="39209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Hadoop Distributed  File System</a:t>
            </a:r>
            <a:endParaRPr/>
          </a:p>
        </p:txBody>
      </p:sp>
      <p:pic>
        <p:nvPicPr>
          <p:cNvPr id="711" name="Google Shape;711;p33"/>
          <p:cNvPicPr preferRelativeResize="0"/>
          <p:nvPr/>
        </p:nvPicPr>
        <p:blipFill rotWithShape="1">
          <a:blip r:embed="rId3">
            <a:alphaModFix/>
          </a:blip>
          <a:srcRect b="0" l="0" r="0" t="0"/>
          <a:stretch/>
        </p:blipFill>
        <p:spPr>
          <a:xfrm>
            <a:off x="2207491" y="669429"/>
            <a:ext cx="7453746" cy="574287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4"/>
          <p:cNvSpPr txBox="1"/>
          <p:nvPr>
            <p:ph type="title"/>
          </p:nvPr>
        </p:nvSpPr>
        <p:spPr>
          <a:xfrm>
            <a:off x="911352" y="505016"/>
            <a:ext cx="5775656" cy="328493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SPARK</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35"/>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SPARK</a:t>
            </a:r>
            <a:endParaRPr/>
          </a:p>
        </p:txBody>
      </p:sp>
      <p:sp>
        <p:nvSpPr>
          <p:cNvPr id="722" name="Google Shape;722;p35"/>
          <p:cNvSpPr txBox="1"/>
          <p:nvPr>
            <p:ph idx="1" type="body"/>
          </p:nvPr>
        </p:nvSpPr>
        <p:spPr>
          <a:xfrm>
            <a:off x="911352" y="1792224"/>
            <a:ext cx="10411968" cy="4343400"/>
          </a:xfrm>
          <a:prstGeom prst="rect">
            <a:avLst/>
          </a:prstGeom>
          <a:noFill/>
          <a:ln>
            <a:noFill/>
          </a:ln>
        </p:spPr>
        <p:txBody>
          <a:bodyPr anchorCtr="0" anchor="t" bIns="45700" lIns="91425" spcFirstLastPara="1" rIns="91425" wrap="square" tIns="45700">
            <a:normAutofit/>
          </a:bodyPr>
          <a:lstStyle/>
          <a:p>
            <a:pPr indent="-127000" lvl="0" marL="0" rtl="0" algn="l">
              <a:lnSpc>
                <a:spcPct val="100000"/>
              </a:lnSpc>
              <a:spcBef>
                <a:spcPts val="0"/>
              </a:spcBef>
              <a:spcAft>
                <a:spcPts val="0"/>
              </a:spcAft>
              <a:buClr>
                <a:srgbClr val="0D0D0D"/>
              </a:buClr>
              <a:buSzPts val="2000"/>
              <a:buFont typeface="Arial"/>
              <a:buChar char="•"/>
            </a:pPr>
            <a:r>
              <a:rPr b="0" i="0" lang="en-US">
                <a:solidFill>
                  <a:srgbClr val="0D0D0D"/>
                </a:solidFill>
                <a:highlight>
                  <a:srgbClr val="FFFFFF"/>
                </a:highlight>
                <a:latin typeface="Arial"/>
                <a:ea typeface="Arial"/>
                <a:cs typeface="Arial"/>
                <a:sym typeface="Arial"/>
              </a:rPr>
              <a:t> An open-source, distributed computing framework designed for </a:t>
            </a:r>
            <a:r>
              <a:rPr b="1" i="0" lang="en-US" u="sng">
                <a:solidFill>
                  <a:srgbClr val="0D0D0D"/>
                </a:solidFill>
                <a:highlight>
                  <a:srgbClr val="FFFFFF"/>
                </a:highlight>
                <a:latin typeface="Arial"/>
                <a:ea typeface="Arial"/>
                <a:cs typeface="Arial"/>
                <a:sym typeface="Arial"/>
              </a:rPr>
              <a:t>speed</a:t>
            </a:r>
            <a:r>
              <a:rPr b="0" i="0" lang="en-US">
                <a:solidFill>
                  <a:srgbClr val="0D0D0D"/>
                </a:solidFill>
                <a:highlight>
                  <a:srgbClr val="FFFFFF"/>
                </a:highlight>
                <a:latin typeface="Arial"/>
                <a:ea typeface="Arial"/>
                <a:cs typeface="Arial"/>
                <a:sym typeface="Arial"/>
              </a:rPr>
              <a:t> and ease of use.</a:t>
            </a:r>
            <a:endParaRPr/>
          </a:p>
          <a:p>
            <a:pPr indent="-127000" lvl="0" marL="0" rtl="0" algn="l">
              <a:lnSpc>
                <a:spcPct val="100000"/>
              </a:lnSpc>
              <a:spcBef>
                <a:spcPts val="1200"/>
              </a:spcBef>
              <a:spcAft>
                <a:spcPts val="0"/>
              </a:spcAft>
              <a:buClr>
                <a:srgbClr val="0D0D0D"/>
              </a:buClr>
              <a:buSzPts val="2000"/>
              <a:buFont typeface="Arial"/>
              <a:buChar char="•"/>
            </a:pPr>
            <a:r>
              <a:rPr b="0" i="0" lang="en-US">
                <a:solidFill>
                  <a:srgbClr val="0D0D0D"/>
                </a:solidFill>
                <a:highlight>
                  <a:srgbClr val="FFFFFF"/>
                </a:highlight>
                <a:latin typeface="Arial"/>
                <a:ea typeface="Arial"/>
                <a:cs typeface="Arial"/>
                <a:sym typeface="Arial"/>
              </a:rPr>
              <a:t>  </a:t>
            </a:r>
            <a:r>
              <a:rPr b="1" lang="en-US">
                <a:solidFill>
                  <a:srgbClr val="0D0D0D"/>
                </a:solidFill>
                <a:highlight>
                  <a:srgbClr val="FFFFFF"/>
                </a:highlight>
                <a:latin typeface="Arial"/>
                <a:ea typeface="Arial"/>
                <a:cs typeface="Arial"/>
                <a:sym typeface="Arial"/>
              </a:rPr>
              <a:t>I</a:t>
            </a:r>
            <a:r>
              <a:rPr b="1" i="0" lang="en-US">
                <a:solidFill>
                  <a:srgbClr val="0D0D0D"/>
                </a:solidFill>
                <a:highlight>
                  <a:srgbClr val="FFFFFF"/>
                </a:highlight>
                <a:latin typeface="Arial"/>
                <a:ea typeface="Arial"/>
                <a:cs typeface="Arial"/>
                <a:sym typeface="Arial"/>
              </a:rPr>
              <a:t>n-memory</a:t>
            </a:r>
            <a:r>
              <a:rPr b="0" i="0" lang="en-US">
                <a:solidFill>
                  <a:srgbClr val="0D0D0D"/>
                </a:solidFill>
                <a:highlight>
                  <a:srgbClr val="FFFFFF"/>
                </a:highlight>
                <a:latin typeface="Arial"/>
                <a:ea typeface="Arial"/>
                <a:cs typeface="Arial"/>
                <a:sym typeface="Arial"/>
              </a:rPr>
              <a:t> processing capabilities, allowing it to perform computations much faster than traditional batch processing systems like Hadoop MapReduce.</a:t>
            </a:r>
            <a:endParaRPr/>
          </a:p>
          <a:p>
            <a:pPr indent="-127000" lvl="0" marL="0" rtl="0" algn="l">
              <a:lnSpc>
                <a:spcPct val="100000"/>
              </a:lnSpc>
              <a:spcBef>
                <a:spcPts val="1200"/>
              </a:spcBef>
              <a:spcAft>
                <a:spcPts val="0"/>
              </a:spcAft>
              <a:buClr>
                <a:srgbClr val="0D0D0D"/>
              </a:buClr>
              <a:buSzPts val="2000"/>
              <a:buFont typeface="Arial"/>
              <a:buChar char="•"/>
            </a:pPr>
            <a:r>
              <a:rPr b="0" i="0" lang="en-US">
                <a:solidFill>
                  <a:srgbClr val="0D0D0D"/>
                </a:solidFill>
                <a:highlight>
                  <a:srgbClr val="FFFFFF"/>
                </a:highlight>
                <a:latin typeface="Arial"/>
                <a:ea typeface="Arial"/>
                <a:cs typeface="Arial"/>
                <a:sym typeface="Arial"/>
              </a:rPr>
              <a:t>  Supports various programming languages (Scala, Java, Python, R) and offers </a:t>
            </a:r>
            <a:r>
              <a:rPr b="1" i="0" lang="en-US">
                <a:solidFill>
                  <a:srgbClr val="0D0D0D"/>
                </a:solidFill>
                <a:highlight>
                  <a:srgbClr val="FFFFFF"/>
                </a:highlight>
                <a:latin typeface="Arial"/>
                <a:ea typeface="Arial"/>
                <a:cs typeface="Arial"/>
                <a:sym typeface="Arial"/>
              </a:rPr>
              <a:t>high-level APIs</a:t>
            </a:r>
            <a:r>
              <a:rPr b="0" i="0" lang="en-US">
                <a:solidFill>
                  <a:srgbClr val="0D0D0D"/>
                </a:solidFill>
                <a:highlight>
                  <a:srgbClr val="FFFFFF"/>
                </a:highlight>
                <a:latin typeface="Arial"/>
                <a:ea typeface="Arial"/>
                <a:cs typeface="Arial"/>
                <a:sym typeface="Arial"/>
              </a:rPr>
              <a:t> like Spark SQL, Spark Streaming, MLlib (machine learning), and GraphX (graph processing).</a:t>
            </a:r>
            <a:endParaRPr/>
          </a:p>
          <a:p>
            <a:pPr indent="-127000" lvl="0" marL="0" rtl="0" algn="l">
              <a:lnSpc>
                <a:spcPct val="100000"/>
              </a:lnSpc>
              <a:spcBef>
                <a:spcPts val="1200"/>
              </a:spcBef>
              <a:spcAft>
                <a:spcPts val="0"/>
              </a:spcAft>
              <a:buClr>
                <a:srgbClr val="0D0D0D"/>
              </a:buClr>
              <a:buSzPts val="2000"/>
              <a:buFont typeface="Arial"/>
              <a:buChar char="•"/>
            </a:pPr>
            <a:r>
              <a:rPr b="0" i="0" lang="en-US">
                <a:solidFill>
                  <a:srgbClr val="0D0D0D"/>
                </a:solidFill>
                <a:highlight>
                  <a:srgbClr val="FFFFFF"/>
                </a:highlight>
                <a:latin typeface="Arial"/>
                <a:ea typeface="Arial"/>
                <a:cs typeface="Arial"/>
                <a:sym typeface="Arial"/>
              </a:rPr>
              <a:t>  Resilient Distributed Datasets (</a:t>
            </a:r>
            <a:r>
              <a:rPr b="1" i="0" lang="en-US">
                <a:solidFill>
                  <a:srgbClr val="0D0D0D"/>
                </a:solidFill>
                <a:highlight>
                  <a:srgbClr val="FFFFFF"/>
                </a:highlight>
                <a:latin typeface="Arial"/>
                <a:ea typeface="Arial"/>
                <a:cs typeface="Arial"/>
                <a:sym typeface="Arial"/>
              </a:rPr>
              <a:t>RDD</a:t>
            </a:r>
            <a:r>
              <a:rPr b="0" i="0" lang="en-US">
                <a:solidFill>
                  <a:srgbClr val="0D0D0D"/>
                </a:solidFill>
                <a:highlight>
                  <a:srgbClr val="FFFFFF"/>
                </a:highlight>
                <a:latin typeface="Arial"/>
                <a:ea typeface="Arial"/>
                <a:cs typeface="Arial"/>
                <a:sym typeface="Arial"/>
              </a:rPr>
              <a:t>s) as the primary data abstraction, which are distributed, immutable, and fault-tolerant data structures.</a:t>
            </a:r>
            <a:endParaRPr/>
          </a:p>
          <a:p>
            <a:pPr indent="-127000" lvl="0" marL="0" rtl="0" algn="l">
              <a:lnSpc>
                <a:spcPct val="100000"/>
              </a:lnSpc>
              <a:spcBef>
                <a:spcPts val="1200"/>
              </a:spcBef>
              <a:spcAft>
                <a:spcPts val="0"/>
              </a:spcAft>
              <a:buClr>
                <a:srgbClr val="0D0D0D"/>
              </a:buClr>
              <a:buSzPts val="2000"/>
              <a:buFont typeface="Arial"/>
              <a:buChar char="•"/>
            </a:pPr>
            <a:r>
              <a:rPr b="0" i="0" lang="en-US">
                <a:solidFill>
                  <a:srgbClr val="0D0D0D"/>
                </a:solidFill>
                <a:highlight>
                  <a:srgbClr val="FFFFFF"/>
                </a:highlight>
                <a:latin typeface="Arial"/>
                <a:ea typeface="Arial"/>
                <a:cs typeface="Arial"/>
                <a:sym typeface="Arial"/>
              </a:rPr>
              <a:t>  Offers interactive querying, real-time processing, iterative algorithms, and complex analytics workloads.</a:t>
            </a:r>
            <a:endParaRPr/>
          </a:p>
        </p:txBody>
      </p:sp>
      <p:sp>
        <p:nvSpPr>
          <p:cNvPr id="723" name="Google Shape;723;p35"/>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36"/>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SPARK</a:t>
            </a:r>
            <a:endParaRPr/>
          </a:p>
        </p:txBody>
      </p:sp>
      <p:sp>
        <p:nvSpPr>
          <p:cNvPr id="729" name="Google Shape;729;p36"/>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730" name="Google Shape;730;p36"/>
          <p:cNvPicPr preferRelativeResize="0"/>
          <p:nvPr/>
        </p:nvPicPr>
        <p:blipFill rotWithShape="1">
          <a:blip r:embed="rId3">
            <a:alphaModFix/>
          </a:blip>
          <a:srcRect b="0" l="0" r="0" t="0"/>
          <a:stretch/>
        </p:blipFill>
        <p:spPr>
          <a:xfrm>
            <a:off x="2206290" y="1292608"/>
            <a:ext cx="8444438" cy="4272784"/>
          </a:xfrm>
          <a:prstGeom prst="rect">
            <a:avLst/>
          </a:prstGeom>
          <a:noFill/>
          <a:ln>
            <a:noFill/>
          </a:ln>
        </p:spPr>
      </p:pic>
      <p:sp>
        <p:nvSpPr>
          <p:cNvPr id="731" name="Google Shape;731;p36"/>
          <p:cNvSpPr/>
          <p:nvPr/>
        </p:nvSpPr>
        <p:spPr>
          <a:xfrm>
            <a:off x="3562743" y="2437132"/>
            <a:ext cx="168009" cy="210312"/>
          </a:xfrm>
          <a:prstGeom prst="downArrow">
            <a:avLst>
              <a:gd fmla="val 50000" name="adj1"/>
              <a:gd fmla="val 50000" name="adj2"/>
            </a:avLst>
          </a:prstGeom>
          <a:solidFill>
            <a:schemeClr val="accent2"/>
          </a:solidFill>
          <a:ln cap="flat" cmpd="sng" w="12700">
            <a:solidFill>
              <a:srgbClr val="661E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732" name="Google Shape;732;p36"/>
          <p:cNvSpPr/>
          <p:nvPr/>
        </p:nvSpPr>
        <p:spPr>
          <a:xfrm>
            <a:off x="8616327" y="1757428"/>
            <a:ext cx="168009" cy="210312"/>
          </a:xfrm>
          <a:prstGeom prst="downArrow">
            <a:avLst>
              <a:gd fmla="val 50000" name="adj1"/>
              <a:gd fmla="val 50000" name="adj2"/>
            </a:avLst>
          </a:prstGeom>
          <a:solidFill>
            <a:schemeClr val="accent2"/>
          </a:solidFill>
          <a:ln cap="flat" cmpd="sng" w="12700">
            <a:solidFill>
              <a:srgbClr val="661E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733" name="Google Shape;733;p36"/>
          <p:cNvSpPr txBox="1"/>
          <p:nvPr/>
        </p:nvSpPr>
        <p:spPr>
          <a:xfrm>
            <a:off x="2579392" y="5845546"/>
            <a:ext cx="8676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A Spark application maps to a single driver process  and series executors.</a:t>
            </a:r>
            <a:endParaRPr/>
          </a:p>
        </p:txBody>
      </p:sp>
      <p:sp>
        <p:nvSpPr>
          <p:cNvPr id="734" name="Google Shape;734;p36"/>
          <p:cNvSpPr txBox="1"/>
          <p:nvPr/>
        </p:nvSpPr>
        <p:spPr>
          <a:xfrm>
            <a:off x="676656" y="1757428"/>
            <a:ext cx="67944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Driver: orchestrates the job flow, schedule tasks, and is in working mode when the application is running</a:t>
            </a:r>
            <a:endParaRPr/>
          </a:p>
        </p:txBody>
      </p:sp>
      <p:sp>
        <p:nvSpPr>
          <p:cNvPr id="735" name="Google Shape;735;p36"/>
          <p:cNvSpPr txBox="1"/>
          <p:nvPr/>
        </p:nvSpPr>
        <p:spPr>
          <a:xfrm>
            <a:off x="7306055" y="1340352"/>
            <a:ext cx="3547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An executor can do many tasks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7"/>
          <p:cNvSpPr txBox="1"/>
          <p:nvPr>
            <p:ph type="title"/>
          </p:nvPr>
        </p:nvSpPr>
        <p:spPr>
          <a:xfrm>
            <a:off x="4547616" y="364812"/>
            <a:ext cx="6172200" cy="12496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DIFFERENCES</a:t>
            </a:r>
            <a:endParaRPr/>
          </a:p>
        </p:txBody>
      </p:sp>
      <p:graphicFrame>
        <p:nvGraphicFramePr>
          <p:cNvPr id="741" name="Google Shape;741;p37"/>
          <p:cNvGraphicFramePr/>
          <p:nvPr/>
        </p:nvGraphicFramePr>
        <p:xfrm>
          <a:off x="2529681" y="2200656"/>
          <a:ext cx="3000000" cy="3000000"/>
        </p:xfrm>
        <a:graphic>
          <a:graphicData uri="http://schemas.openxmlformats.org/drawingml/2006/table">
            <a:tbl>
              <a:tblPr bandRow="1" firstRow="1">
                <a:noFill/>
                <a:tableStyleId>{207A0912-30D5-4E57-8F1E-41FB3B5ABCE3}</a:tableStyleId>
              </a:tblPr>
              <a:tblGrid>
                <a:gridCol w="2534300"/>
                <a:gridCol w="2201325"/>
                <a:gridCol w="2397000"/>
              </a:tblGrid>
              <a:tr h="591975">
                <a:tc>
                  <a:txBody>
                    <a:bodyPr/>
                    <a:lstStyle/>
                    <a:p>
                      <a:pPr indent="0" lvl="0" marL="0" marR="0" rtl="0" algn="l">
                        <a:spcBef>
                          <a:spcPts val="0"/>
                        </a:spcBef>
                        <a:spcAft>
                          <a:spcPts val="0"/>
                        </a:spcAft>
                        <a:buNone/>
                      </a:pPr>
                      <a:r>
                        <a:t/>
                      </a:r>
                      <a:endParaRPr sz="1800"/>
                    </a:p>
                  </a:txBody>
                  <a:tcPr marT="45725" marB="45725" marR="91450" marL="91450" anchor="ctr"/>
                </a:tc>
                <a:tc>
                  <a:txBody>
                    <a:bodyPr/>
                    <a:lstStyle/>
                    <a:p>
                      <a:pPr indent="0" lvl="0" marL="0" marR="0" rtl="0" algn="l">
                        <a:spcBef>
                          <a:spcPts val="0"/>
                        </a:spcBef>
                        <a:spcAft>
                          <a:spcPts val="0"/>
                        </a:spcAft>
                        <a:buNone/>
                      </a:pPr>
                      <a:r>
                        <a:rPr lang="en-US" sz="1800"/>
                        <a:t>Hadoop</a:t>
                      </a:r>
                      <a:endParaRPr/>
                    </a:p>
                  </a:txBody>
                  <a:tcPr marT="45725" marB="45725" marR="91450" marL="91450" anchor="ctr"/>
                </a:tc>
                <a:tc>
                  <a:txBody>
                    <a:bodyPr/>
                    <a:lstStyle/>
                    <a:p>
                      <a:pPr indent="0" lvl="0" marL="0" marR="0" rtl="0" algn="l">
                        <a:spcBef>
                          <a:spcPts val="0"/>
                        </a:spcBef>
                        <a:spcAft>
                          <a:spcPts val="0"/>
                        </a:spcAft>
                        <a:buNone/>
                      </a:pPr>
                      <a:r>
                        <a:rPr lang="en-US" sz="1800"/>
                        <a:t>Spark</a:t>
                      </a:r>
                      <a:endParaRPr/>
                    </a:p>
                  </a:txBody>
                  <a:tcPr marT="45725" marB="45725" marR="91450" marL="91450" anchor="ctr"/>
                </a:tc>
              </a:tr>
              <a:tr h="606825">
                <a:tc>
                  <a:txBody>
                    <a:bodyPr/>
                    <a:lstStyle/>
                    <a:p>
                      <a:pPr indent="0" lvl="0" marL="0" marR="0" rtl="0" algn="l">
                        <a:spcBef>
                          <a:spcPts val="0"/>
                        </a:spcBef>
                        <a:spcAft>
                          <a:spcPts val="0"/>
                        </a:spcAft>
                        <a:buNone/>
                      </a:pPr>
                      <a:r>
                        <a:rPr lang="en-US" sz="1800"/>
                        <a:t>Processing Model</a:t>
                      </a:r>
                      <a:endParaRPr/>
                    </a:p>
                  </a:txBody>
                  <a:tcPr marT="45725" marB="45725" marR="91450" marL="91450" anchor="ctr"/>
                </a:tc>
                <a:tc>
                  <a:txBody>
                    <a:bodyPr/>
                    <a:lstStyle/>
                    <a:p>
                      <a:pPr indent="0" lvl="0" marL="0" marR="0" rtl="0" algn="l">
                        <a:spcBef>
                          <a:spcPts val="0"/>
                        </a:spcBef>
                        <a:spcAft>
                          <a:spcPts val="0"/>
                        </a:spcAft>
                        <a:buNone/>
                      </a:pPr>
                      <a:r>
                        <a:rPr lang="en-US" sz="1800"/>
                        <a:t>Disk-based storage</a:t>
                      </a:r>
                      <a:endParaRPr/>
                    </a:p>
                  </a:txBody>
                  <a:tcPr marT="45725" marB="45725" marR="91450" marL="91450" anchor="ctr"/>
                </a:tc>
                <a:tc>
                  <a:txBody>
                    <a:bodyPr/>
                    <a:lstStyle/>
                    <a:p>
                      <a:pPr indent="0" lvl="0" marL="0" marR="0" rtl="0" algn="l">
                        <a:spcBef>
                          <a:spcPts val="0"/>
                        </a:spcBef>
                        <a:spcAft>
                          <a:spcPts val="0"/>
                        </a:spcAft>
                        <a:buNone/>
                      </a:pPr>
                      <a:r>
                        <a:rPr lang="en-US" sz="1800"/>
                        <a:t>In-memory processing</a:t>
                      </a:r>
                      <a:endParaRPr/>
                    </a:p>
                  </a:txBody>
                  <a:tcPr marT="45725" marB="45725" marR="91450" marL="91450" anchor="ctr"/>
                </a:tc>
              </a:tr>
              <a:tr h="606825">
                <a:tc>
                  <a:txBody>
                    <a:bodyPr/>
                    <a:lstStyle/>
                    <a:p>
                      <a:pPr indent="0" lvl="0" marL="0" marR="0" rtl="0" algn="l">
                        <a:spcBef>
                          <a:spcPts val="0"/>
                        </a:spcBef>
                        <a:spcAft>
                          <a:spcPts val="0"/>
                        </a:spcAft>
                        <a:buNone/>
                      </a:pPr>
                      <a:r>
                        <a:rPr lang="en-US" sz="1800"/>
                        <a:t>Data Abstraction</a:t>
                      </a:r>
                      <a:endParaRPr/>
                    </a:p>
                  </a:txBody>
                  <a:tcPr marT="45725" marB="45725" marR="91450" marL="91450" anchor="ctr"/>
                </a:tc>
                <a:tc>
                  <a:txBody>
                    <a:bodyPr/>
                    <a:lstStyle/>
                    <a:p>
                      <a:pPr indent="0" lvl="0" marL="0" marR="0" rtl="0" algn="l">
                        <a:spcBef>
                          <a:spcPts val="0"/>
                        </a:spcBef>
                        <a:spcAft>
                          <a:spcPts val="0"/>
                        </a:spcAft>
                        <a:buNone/>
                      </a:pPr>
                      <a:r>
                        <a:rPr lang="en-US" sz="1800"/>
                        <a:t>Stored in HDFS and using MapReduce</a:t>
                      </a:r>
                      <a:endParaRPr/>
                    </a:p>
                  </a:txBody>
                  <a:tcPr marT="45725" marB="45725" marR="91450" marL="91450" anchor="ctr"/>
                </a:tc>
                <a:tc>
                  <a:txBody>
                    <a:bodyPr/>
                    <a:lstStyle/>
                    <a:p>
                      <a:pPr indent="0" lvl="0" marL="0" marR="0" rtl="0" algn="l">
                        <a:spcBef>
                          <a:spcPts val="0"/>
                        </a:spcBef>
                        <a:spcAft>
                          <a:spcPts val="0"/>
                        </a:spcAft>
                        <a:buNone/>
                      </a:pPr>
                      <a:r>
                        <a:rPr lang="en-US" sz="1800"/>
                        <a:t>RDD</a:t>
                      </a:r>
                      <a:endParaRPr/>
                    </a:p>
                  </a:txBody>
                  <a:tcPr marT="45725" marB="45725" marR="91450" marL="91450" anchor="ctr"/>
                </a:tc>
              </a:tr>
              <a:tr h="606825">
                <a:tc>
                  <a:txBody>
                    <a:bodyPr/>
                    <a:lstStyle/>
                    <a:p>
                      <a:pPr indent="0" lvl="0" marL="0" marR="0" rtl="0" algn="l">
                        <a:spcBef>
                          <a:spcPts val="0"/>
                        </a:spcBef>
                        <a:spcAft>
                          <a:spcPts val="0"/>
                        </a:spcAft>
                        <a:buNone/>
                      </a:pPr>
                      <a:r>
                        <a:rPr lang="en-US" sz="1800"/>
                        <a:t>Use</a:t>
                      </a:r>
                      <a:endParaRPr/>
                    </a:p>
                  </a:txBody>
                  <a:tcPr marT="45725" marB="45725" marR="91450" marL="91450" anchor="ctr"/>
                </a:tc>
                <a:tc>
                  <a:txBody>
                    <a:bodyPr/>
                    <a:lstStyle/>
                    <a:p>
                      <a:pPr indent="0" lvl="0" marL="0" marR="0" rtl="0" algn="l">
                        <a:spcBef>
                          <a:spcPts val="0"/>
                        </a:spcBef>
                        <a:spcAft>
                          <a:spcPts val="0"/>
                        </a:spcAft>
                        <a:buNone/>
                      </a:pPr>
                      <a:r>
                        <a:rPr lang="en-US" sz="1800"/>
                        <a:t>Write MR jobs in Java</a:t>
                      </a:r>
                      <a:endParaRPr/>
                    </a:p>
                  </a:txBody>
                  <a:tcPr marT="45725" marB="45725" marR="91450" marL="91450" anchor="ctr"/>
                </a:tc>
                <a:tc>
                  <a:txBody>
                    <a:bodyPr/>
                    <a:lstStyle/>
                    <a:p>
                      <a:pPr indent="0" lvl="0" marL="0" marR="0" rtl="0" algn="l">
                        <a:spcBef>
                          <a:spcPts val="0"/>
                        </a:spcBef>
                        <a:spcAft>
                          <a:spcPts val="0"/>
                        </a:spcAft>
                        <a:buNone/>
                      </a:pPr>
                      <a:r>
                        <a:rPr lang="en-US" sz="1800"/>
                        <a:t>Higher-level APIs (Shell, PySpark) and libraries</a:t>
                      </a:r>
                      <a:endParaRPr/>
                    </a:p>
                  </a:txBody>
                  <a:tcPr marT="45725" marB="45725" marR="91450" marL="91450" anchor="ctr"/>
                </a:tc>
              </a:tr>
              <a:tr h="606825">
                <a:tc>
                  <a:txBody>
                    <a:bodyPr/>
                    <a:lstStyle/>
                    <a:p>
                      <a:pPr indent="0" lvl="0" marL="0" marR="0" rtl="0" algn="l">
                        <a:spcBef>
                          <a:spcPts val="0"/>
                        </a:spcBef>
                        <a:spcAft>
                          <a:spcPts val="0"/>
                        </a:spcAft>
                        <a:buNone/>
                      </a:pPr>
                      <a:r>
                        <a:rPr lang="en-US" sz="1800"/>
                        <a:t>Real-time Processing</a:t>
                      </a:r>
                      <a:endParaRPr/>
                    </a:p>
                  </a:txBody>
                  <a:tcPr marT="45725" marB="45725" marR="91450" marL="91450" anchor="ctr"/>
                </a:tc>
                <a:tc>
                  <a:txBody>
                    <a:bodyPr/>
                    <a:lstStyle/>
                    <a:p>
                      <a:pPr indent="0" lvl="0" marL="0" marR="0" rtl="0" algn="l">
                        <a:spcBef>
                          <a:spcPts val="0"/>
                        </a:spcBef>
                        <a:spcAft>
                          <a:spcPts val="0"/>
                        </a:spcAft>
                        <a:buNone/>
                      </a:pPr>
                      <a:r>
                        <a:rPr lang="en-US" sz="1800"/>
                        <a:t>Batch processing</a:t>
                      </a:r>
                      <a:endParaRPr/>
                    </a:p>
                  </a:txBody>
                  <a:tcPr marT="45725" marB="45725" marR="91450" marL="91450" anchor="ctr"/>
                </a:tc>
                <a:tc>
                  <a:txBody>
                    <a:bodyPr/>
                    <a:lstStyle/>
                    <a:p>
                      <a:pPr indent="0" lvl="0" marL="0" marR="0" rtl="0" algn="l">
                        <a:spcBef>
                          <a:spcPts val="0"/>
                        </a:spcBef>
                        <a:spcAft>
                          <a:spcPts val="0"/>
                        </a:spcAft>
                        <a:buNone/>
                      </a:pPr>
                      <a:r>
                        <a:rPr lang="en-US" sz="1800"/>
                        <a:t>Streaming</a:t>
                      </a:r>
                      <a:endParaRPr/>
                    </a:p>
                  </a:txBody>
                  <a:tcPr marT="45725" marB="45725" marR="91450" marL="91450" anchor="ctr"/>
                </a:tc>
              </a:tr>
            </a:tbl>
          </a:graphicData>
        </a:graphic>
      </p:graphicFrame>
      <p:sp>
        <p:nvSpPr>
          <p:cNvPr id="742" name="Google Shape;742;p37"/>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8"/>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748" name="Google Shape;748;p38"/>
          <p:cNvPicPr preferRelativeResize="0"/>
          <p:nvPr/>
        </p:nvPicPr>
        <p:blipFill rotWithShape="1">
          <a:blip r:embed="rId3">
            <a:alphaModFix/>
          </a:blip>
          <a:srcRect b="0" l="0" r="0" t="0"/>
          <a:stretch/>
        </p:blipFill>
        <p:spPr>
          <a:xfrm>
            <a:off x="5565738" y="1436043"/>
            <a:ext cx="4045473" cy="3444973"/>
          </a:xfrm>
          <a:prstGeom prst="rect">
            <a:avLst/>
          </a:prstGeom>
          <a:noFill/>
          <a:ln>
            <a:noFill/>
          </a:ln>
        </p:spPr>
      </p:pic>
      <p:pic>
        <p:nvPicPr>
          <p:cNvPr id="749" name="Google Shape;749;p38"/>
          <p:cNvPicPr preferRelativeResize="0"/>
          <p:nvPr/>
        </p:nvPicPr>
        <p:blipFill rotWithShape="1">
          <a:blip r:embed="rId4">
            <a:alphaModFix/>
          </a:blip>
          <a:srcRect b="0" l="0" r="0" t="0"/>
          <a:stretch/>
        </p:blipFill>
        <p:spPr>
          <a:xfrm>
            <a:off x="1320541" y="1351640"/>
            <a:ext cx="3737409" cy="3613780"/>
          </a:xfrm>
          <a:prstGeom prst="rect">
            <a:avLst/>
          </a:prstGeom>
          <a:noFill/>
          <a:ln>
            <a:noFill/>
          </a:ln>
        </p:spPr>
      </p:pic>
      <p:pic>
        <p:nvPicPr>
          <p:cNvPr descr="Server with solid fill" id="750" name="Google Shape;750;p38"/>
          <p:cNvPicPr preferRelativeResize="0"/>
          <p:nvPr/>
        </p:nvPicPr>
        <p:blipFill rotWithShape="1">
          <a:blip r:embed="rId5">
            <a:alphaModFix/>
          </a:blip>
          <a:srcRect b="0" l="0" r="0" t="0"/>
          <a:stretch/>
        </p:blipFill>
        <p:spPr>
          <a:xfrm>
            <a:off x="2886364" y="1854200"/>
            <a:ext cx="464127" cy="46412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39"/>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BUSINESS CASE</a:t>
            </a:r>
            <a:endParaRPr/>
          </a:p>
        </p:txBody>
      </p:sp>
      <p:sp>
        <p:nvSpPr>
          <p:cNvPr id="756" name="Google Shape;756;p39"/>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57" name="Google Shape;757;p39"/>
          <p:cNvSpPr txBox="1"/>
          <p:nvPr/>
        </p:nvSpPr>
        <p:spPr>
          <a:xfrm>
            <a:off x="1874520" y="1956816"/>
            <a:ext cx="6620256"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Big Data Analytics in Marketing </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venir"/>
                <a:ea typeface="Avenir"/>
                <a:cs typeface="Avenir"/>
                <a:sym typeface="Avenir"/>
              </a:rPr>
              <a:t>Businesses use Hadoop or Spark for tasks such as customer segmentation, market basket analysis, sentiment analysis, and predictive modeling.</a:t>
            </a:r>
            <a:endParaRPr/>
          </a:p>
          <a:p>
            <a:pPr indent="0" lvl="1" marL="457200" marR="0" rtl="0" algn="l">
              <a:spcBef>
                <a:spcPts val="0"/>
              </a:spcBef>
              <a:spcAft>
                <a:spcPts val="0"/>
              </a:spcAft>
              <a:buNone/>
            </a:pPr>
            <a:r>
              <a:t/>
            </a:r>
            <a:endParaRPr b="0" i="0" sz="1800" u="none" cap="none" strike="noStrike">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Data Warehousing</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venir"/>
                <a:ea typeface="Avenir"/>
                <a:cs typeface="Avenir"/>
                <a:sym typeface="Avenir"/>
              </a:rPr>
              <a:t>Big data technique serves as a cost-effective solution for storing and processing vast amounts of data in a distributed manner.</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venir"/>
                <a:ea typeface="Avenir"/>
                <a:cs typeface="Avenir"/>
                <a:sym typeface="Avenir"/>
              </a:rPr>
              <a:t>Integrate and analyze diverse data sources, build data lakes.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0"/>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BUSINESS CASE</a:t>
            </a:r>
            <a:endParaRPr/>
          </a:p>
        </p:txBody>
      </p:sp>
      <p:sp>
        <p:nvSpPr>
          <p:cNvPr id="763" name="Google Shape;763;p4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64" name="Google Shape;764;p40"/>
          <p:cNvSpPr txBox="1"/>
          <p:nvPr/>
        </p:nvSpPr>
        <p:spPr>
          <a:xfrm>
            <a:off x="1435608" y="2136338"/>
            <a:ext cx="7022592"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Log File Processing and Analysis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venir"/>
                <a:ea typeface="Avenir"/>
                <a:cs typeface="Avenir"/>
                <a:sym typeface="Avenir"/>
              </a:rPr>
              <a:t>Processing and analyzing log data generated by applications, servers, and network devices in memory.</a:t>
            </a:r>
            <a:endParaRPr/>
          </a:p>
          <a:p>
            <a:pPr indent="0" lvl="1" marL="457200" marR="0" rtl="0" algn="l">
              <a:spcBef>
                <a:spcPts val="0"/>
              </a:spcBef>
              <a:spcAft>
                <a:spcPts val="0"/>
              </a:spcAft>
              <a:buNone/>
            </a:pPr>
            <a:r>
              <a:t/>
            </a:r>
            <a:endParaRPr b="0" i="0" sz="1800" u="none" cap="none" strike="noStrike">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Recommendation Systems</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Fraud Detection and Risk Management</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Internet of Things or IoT Data Processing</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venir"/>
                <a:ea typeface="Avenir"/>
                <a:cs typeface="Avenir"/>
                <a:sym typeface="Avenir"/>
              </a:rPr>
              <a:t>Massive volumes of real-time data from IoT devices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1"/>
          <p:cNvSpPr txBox="1"/>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lang="en-US" sz="2800" cap="none">
                <a:solidFill>
                  <a:schemeClr val="dk1"/>
                </a:solidFill>
                <a:latin typeface="Arial"/>
                <a:ea typeface="Arial"/>
                <a:cs typeface="Arial"/>
                <a:sym typeface="Arial"/>
              </a:rPr>
              <a:t>ANALYTICS AND BIG DATA</a:t>
            </a:r>
            <a:endParaRPr/>
          </a:p>
          <a:p>
            <a:pPr indent="0" lvl="0" marL="0" marR="0" rtl="0" algn="l">
              <a:lnSpc>
                <a:spcPct val="90000"/>
              </a:lnSpc>
              <a:spcBef>
                <a:spcPts val="600"/>
              </a:spcBef>
              <a:spcAft>
                <a:spcPts val="0"/>
              </a:spcAft>
              <a:buNone/>
            </a:pPr>
            <a:r>
              <a:t/>
            </a:r>
            <a:endParaRPr b="1" sz="2800" cap="none">
              <a:solidFill>
                <a:schemeClr val="dk1"/>
              </a:solidFill>
              <a:latin typeface="Arial"/>
              <a:ea typeface="Arial"/>
              <a:cs typeface="Arial"/>
              <a:sym typeface="Arial"/>
            </a:endParaRPr>
          </a:p>
        </p:txBody>
      </p:sp>
      <p:pic>
        <p:nvPicPr>
          <p:cNvPr id="770" name="Google Shape;770;p41"/>
          <p:cNvPicPr preferRelativeResize="0"/>
          <p:nvPr/>
        </p:nvPicPr>
        <p:blipFill rotWithShape="1">
          <a:blip r:embed="rId3">
            <a:alphaModFix/>
          </a:blip>
          <a:srcRect b="0" l="0" r="0" t="0"/>
          <a:stretch/>
        </p:blipFill>
        <p:spPr>
          <a:xfrm>
            <a:off x="809752" y="1881027"/>
            <a:ext cx="10405174" cy="2809397"/>
          </a:xfrm>
          <a:prstGeom prst="rect">
            <a:avLst/>
          </a:prstGeom>
          <a:noFill/>
          <a:ln>
            <a:noFill/>
          </a:ln>
        </p:spPr>
      </p:pic>
      <p:sp>
        <p:nvSpPr>
          <p:cNvPr id="771" name="Google Shape;771;p41"/>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42"/>
          <p:cNvSpPr txBox="1"/>
          <p:nvPr>
            <p:ph type="ctrTitle"/>
          </p:nvPr>
        </p:nvSpPr>
        <p:spPr>
          <a:xfrm>
            <a:off x="5541819" y="960120"/>
            <a:ext cx="6474690" cy="305634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WHAT DID YOU LEARN?</a:t>
            </a:r>
            <a:br>
              <a:rPr lang="en-US"/>
            </a:br>
            <a:endParaRPr/>
          </a:p>
        </p:txBody>
      </p:sp>
      <p:sp>
        <p:nvSpPr>
          <p:cNvPr id="777" name="Google Shape;777;p42"/>
          <p:cNvSpPr txBox="1"/>
          <p:nvPr/>
        </p:nvSpPr>
        <p:spPr>
          <a:xfrm>
            <a:off x="6539345" y="4470400"/>
            <a:ext cx="2770910"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Quiz</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Discussion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43"/>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DAY 2 </a:t>
            </a:r>
            <a:r>
              <a:rPr lang="en-US" u="sng">
                <a:solidFill>
                  <a:schemeClr val="hlink"/>
                </a:solidFill>
                <a:hlinkClick r:id="rId3"/>
              </a:rPr>
              <a:t>INTRO TO HADOOP</a:t>
            </a:r>
            <a:endParaRPr/>
          </a:p>
        </p:txBody>
      </p:sp>
      <p:sp>
        <p:nvSpPr>
          <p:cNvPr id="783" name="Google Shape;783;p43"/>
          <p:cNvSpPr txBox="1"/>
          <p:nvPr>
            <p:ph idx="1" type="body"/>
          </p:nvPr>
        </p:nvSpPr>
        <p:spPr>
          <a:xfrm>
            <a:off x="866355" y="1989513"/>
            <a:ext cx="8324089" cy="349300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u="sng">
                <a:solidFill>
                  <a:schemeClr val="hlink"/>
                </a:solidFill>
                <a:hlinkClick r:id="rId4"/>
              </a:rPr>
              <a:t>Data structure and system review</a:t>
            </a:r>
            <a:endParaRPr/>
          </a:p>
        </p:txBody>
      </p:sp>
      <p:sp>
        <p:nvSpPr>
          <p:cNvPr id="784" name="Google Shape;784;p43"/>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15d2f4423e_0_13"/>
          <p:cNvSpPr txBox="1"/>
          <p:nvPr>
            <p:ph type="title"/>
          </p:nvPr>
        </p:nvSpPr>
        <p:spPr>
          <a:xfrm>
            <a:off x="893064" y="72518"/>
            <a:ext cx="8297400" cy="1326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DAY 2 </a:t>
            </a:r>
            <a:r>
              <a:rPr lang="en-US" u="sng">
                <a:solidFill>
                  <a:schemeClr val="hlink"/>
                </a:solidFill>
                <a:hlinkClick r:id="rId3"/>
              </a:rPr>
              <a:t>INTRO TO HADOOP</a:t>
            </a:r>
            <a:endParaRPr/>
          </a:p>
        </p:txBody>
      </p:sp>
      <p:sp>
        <p:nvSpPr>
          <p:cNvPr id="790" name="Google Shape;790;g315d2f4423e_0_13"/>
          <p:cNvSpPr txBox="1"/>
          <p:nvPr>
            <p:ph idx="1" type="body"/>
          </p:nvPr>
        </p:nvSpPr>
        <p:spPr>
          <a:xfrm>
            <a:off x="866355" y="1989513"/>
            <a:ext cx="8324100" cy="34929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Hadoop Cluster</a:t>
            </a:r>
            <a:endParaRPr/>
          </a:p>
          <a:p>
            <a:pPr indent="-228600" lvl="0" marL="228600" rtl="0" algn="l">
              <a:lnSpc>
                <a:spcPct val="120000"/>
              </a:lnSpc>
              <a:spcBef>
                <a:spcPts val="1200"/>
              </a:spcBef>
              <a:spcAft>
                <a:spcPts val="0"/>
              </a:spcAft>
              <a:buClr>
                <a:schemeClr val="dk1"/>
              </a:buClr>
              <a:buSzPts val="2000"/>
              <a:buFont typeface="Arial"/>
              <a:buChar char="•"/>
            </a:pPr>
            <a:r>
              <a:rPr lang="en-US"/>
              <a:t>Building blocks of Hadoop</a:t>
            </a:r>
            <a:endParaRPr/>
          </a:p>
          <a:p>
            <a:pPr indent="-342900" lvl="1" marL="800100" rtl="0" algn="l">
              <a:lnSpc>
                <a:spcPct val="120000"/>
              </a:lnSpc>
              <a:spcBef>
                <a:spcPts val="1700"/>
              </a:spcBef>
              <a:spcAft>
                <a:spcPts val="0"/>
              </a:spcAft>
              <a:buClr>
                <a:schemeClr val="dk1"/>
              </a:buClr>
              <a:buSzPts val="2000"/>
              <a:buChar char="•"/>
            </a:pPr>
            <a:r>
              <a:rPr lang="en-US"/>
              <a:t>Using Hadoop distributed file system</a:t>
            </a:r>
            <a:endParaRPr/>
          </a:p>
          <a:p>
            <a:pPr indent="-342900" lvl="1" marL="800100" rtl="0" algn="l">
              <a:lnSpc>
                <a:spcPct val="120000"/>
              </a:lnSpc>
              <a:spcBef>
                <a:spcPts val="500"/>
              </a:spcBef>
              <a:spcAft>
                <a:spcPts val="0"/>
              </a:spcAft>
              <a:buClr>
                <a:schemeClr val="dk1"/>
              </a:buClr>
              <a:buSzPts val="2000"/>
              <a:buChar char="•"/>
            </a:pPr>
            <a:r>
              <a:rPr lang="en-US"/>
              <a:t>What is MapReduce?</a:t>
            </a:r>
            <a:endParaRPr/>
          </a:p>
          <a:p>
            <a:pPr indent="-342900" lvl="2" marL="1257300" rtl="0" algn="l">
              <a:lnSpc>
                <a:spcPct val="120000"/>
              </a:lnSpc>
              <a:spcBef>
                <a:spcPts val="500"/>
              </a:spcBef>
              <a:spcAft>
                <a:spcPts val="0"/>
              </a:spcAft>
              <a:buClr>
                <a:schemeClr val="dk1"/>
              </a:buClr>
              <a:buSzPts val="2000"/>
              <a:buChar char="•"/>
            </a:pPr>
            <a:r>
              <a:rPr lang="en-US"/>
              <a:t>Basics of a MR Flow</a:t>
            </a:r>
            <a:endParaRPr/>
          </a:p>
        </p:txBody>
      </p:sp>
      <p:sp>
        <p:nvSpPr>
          <p:cNvPr id="791" name="Google Shape;791;g315d2f4423e_0_13"/>
          <p:cNvSpPr txBox="1"/>
          <p:nvPr>
            <p:ph idx="12" type="sldNum"/>
          </p:nvPr>
        </p:nvSpPr>
        <p:spPr>
          <a:xfrm>
            <a:off x="911352" y="6246622"/>
            <a:ext cx="26700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44"/>
          <p:cNvSpPr txBox="1"/>
          <p:nvPr>
            <p:ph type="title"/>
          </p:nvPr>
        </p:nvSpPr>
        <p:spPr>
          <a:xfrm>
            <a:off x="911352" y="246253"/>
            <a:ext cx="8025384" cy="8412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HADOOP</a:t>
            </a:r>
            <a:endParaRPr/>
          </a:p>
        </p:txBody>
      </p:sp>
      <p:sp>
        <p:nvSpPr>
          <p:cNvPr id="797" name="Google Shape;797;p4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98" name="Google Shape;798;p44"/>
          <p:cNvSpPr txBox="1"/>
          <p:nvPr/>
        </p:nvSpPr>
        <p:spPr>
          <a:xfrm>
            <a:off x="1274064" y="1087501"/>
            <a:ext cx="8025384" cy="5432310"/>
          </a:xfrm>
          <a:prstGeom prst="rect">
            <a:avLst/>
          </a:prstGeom>
          <a:noFill/>
          <a:ln>
            <a:noFill/>
          </a:ln>
        </p:spPr>
        <p:txBody>
          <a:bodyPr anchorCtr="0" anchor="t" bIns="45700" lIns="91425" spcFirstLastPara="1" rIns="91425" wrap="square" tIns="45700">
            <a:spAutoFit/>
          </a:bodyPr>
          <a:lstStyle/>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Hadoop is an open-source distributed computing </a:t>
            </a:r>
            <a:r>
              <a:rPr b="1" i="0" lang="en-US" sz="2000" u="none" cap="none" strike="noStrike">
                <a:solidFill>
                  <a:srgbClr val="0D0D0D"/>
                </a:solidFill>
                <a:latin typeface="Avenir"/>
                <a:ea typeface="Avenir"/>
                <a:cs typeface="Avenir"/>
                <a:sym typeface="Avenir"/>
              </a:rPr>
              <a:t>framework</a:t>
            </a:r>
            <a:r>
              <a:rPr b="0" i="0" lang="en-US" sz="2000" u="none" cap="none" strike="noStrike">
                <a:solidFill>
                  <a:srgbClr val="0D0D0D"/>
                </a:solidFill>
                <a:latin typeface="Avenir"/>
                <a:ea typeface="Avenir"/>
                <a:cs typeface="Avenir"/>
                <a:sym typeface="Avenir"/>
              </a:rPr>
              <a:t> that allows for the distributed storage and processing of large datasets across clusters of computers.</a:t>
            </a:r>
            <a:endParaRPr/>
          </a:p>
          <a:p>
            <a:pPr indent="0" lvl="1" marL="457200" marR="0" rtl="0" algn="l">
              <a:spcBef>
                <a:spcPts val="0"/>
              </a:spcBef>
              <a:spcAft>
                <a:spcPts val="0"/>
              </a:spcAft>
              <a:buNone/>
            </a:pPr>
            <a:r>
              <a:t/>
            </a:r>
            <a:endParaRPr b="0" i="0" sz="2000" u="none" cap="none" strike="noStrike">
              <a:solidFill>
                <a:srgbClr val="0D0D0D"/>
              </a:solidFill>
              <a:latin typeface="Avenir"/>
              <a:ea typeface="Avenir"/>
              <a:cs typeface="Avenir"/>
              <a:sym typeface="Avenir"/>
            </a:endParaRPr>
          </a:p>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It consists of two main components:</a:t>
            </a:r>
            <a:r>
              <a:rPr b="0" i="0" lang="en-US" sz="2000" u="sng" cap="none" strike="noStrike">
                <a:solidFill>
                  <a:srgbClr val="0D0D0D"/>
                </a:solidFill>
                <a:latin typeface="Avenir"/>
                <a:ea typeface="Avenir"/>
                <a:cs typeface="Avenir"/>
                <a:sym typeface="Avenir"/>
              </a:rPr>
              <a:t> </a:t>
            </a:r>
            <a:r>
              <a:rPr b="0" i="1" lang="en-US" sz="2000" u="sng" cap="none" strike="noStrike">
                <a:solidFill>
                  <a:srgbClr val="0D0D0D"/>
                </a:solidFill>
                <a:latin typeface="Avenir"/>
                <a:ea typeface="Avenir"/>
                <a:cs typeface="Avenir"/>
                <a:sym typeface="Avenir"/>
              </a:rPr>
              <a:t>Hadoop </a:t>
            </a:r>
            <a:r>
              <a:rPr b="1" i="1" lang="en-US" sz="2000" u="sng" cap="none" strike="noStrike">
                <a:solidFill>
                  <a:srgbClr val="0D0D0D"/>
                </a:solidFill>
                <a:latin typeface="Avenir"/>
                <a:ea typeface="Avenir"/>
                <a:cs typeface="Avenir"/>
                <a:sym typeface="Avenir"/>
              </a:rPr>
              <a:t>Distributed </a:t>
            </a:r>
            <a:r>
              <a:rPr b="0" i="1" lang="en-US" sz="2000" u="sng" cap="none" strike="noStrike">
                <a:solidFill>
                  <a:srgbClr val="0D0D0D"/>
                </a:solidFill>
                <a:latin typeface="Avenir"/>
                <a:ea typeface="Avenir"/>
                <a:cs typeface="Avenir"/>
                <a:sym typeface="Avenir"/>
              </a:rPr>
              <a:t>File System</a:t>
            </a:r>
            <a:r>
              <a:rPr b="0" i="1" lang="en-US" sz="2000" u="none" cap="none" strike="noStrike">
                <a:solidFill>
                  <a:srgbClr val="0D0D0D"/>
                </a:solidFill>
                <a:latin typeface="Avenir"/>
                <a:ea typeface="Avenir"/>
                <a:cs typeface="Avenir"/>
                <a:sym typeface="Avenir"/>
              </a:rPr>
              <a:t> </a:t>
            </a:r>
            <a:r>
              <a:rPr b="0" i="0" lang="en-US" sz="2000" u="none" cap="none" strike="noStrike">
                <a:solidFill>
                  <a:srgbClr val="0D0D0D"/>
                </a:solidFill>
                <a:latin typeface="Avenir"/>
                <a:ea typeface="Avenir"/>
                <a:cs typeface="Avenir"/>
                <a:sym typeface="Avenir"/>
              </a:rPr>
              <a:t>(HDFS) for distributed storage and </a:t>
            </a:r>
            <a:r>
              <a:rPr b="0" i="1" lang="en-US" sz="2000" u="sng" cap="none" strike="noStrike">
                <a:solidFill>
                  <a:srgbClr val="0D0D0D"/>
                </a:solidFill>
                <a:latin typeface="Avenir"/>
                <a:ea typeface="Avenir"/>
                <a:cs typeface="Avenir"/>
                <a:sym typeface="Avenir"/>
              </a:rPr>
              <a:t>MapReduce for distributed </a:t>
            </a:r>
            <a:r>
              <a:rPr b="1" i="1" lang="en-US" sz="2000" u="sng" cap="none" strike="noStrike">
                <a:solidFill>
                  <a:srgbClr val="0D0D0D"/>
                </a:solidFill>
                <a:latin typeface="Avenir"/>
                <a:ea typeface="Avenir"/>
                <a:cs typeface="Avenir"/>
                <a:sym typeface="Avenir"/>
              </a:rPr>
              <a:t>processing</a:t>
            </a:r>
            <a:r>
              <a:rPr b="0" i="0" lang="en-US" sz="2000" u="none" cap="none" strike="noStrike">
                <a:solidFill>
                  <a:srgbClr val="0D0D0D"/>
                </a:solidFill>
                <a:latin typeface="Avenir"/>
                <a:ea typeface="Avenir"/>
                <a:cs typeface="Avenir"/>
                <a:sym typeface="Avenir"/>
              </a:rPr>
              <a:t>.</a:t>
            </a:r>
            <a:endParaRPr/>
          </a:p>
          <a:p>
            <a:pPr indent="-285750" lvl="2" marL="1200150" marR="0" rtl="0" algn="l">
              <a:spcBef>
                <a:spcPts val="150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Single namespace for entire cluster</a:t>
            </a:r>
            <a:endParaRPr/>
          </a:p>
          <a:p>
            <a:pPr indent="-285750" lvl="2" marL="1200150" marR="0" rtl="0" algn="l">
              <a:spcBef>
                <a:spcPts val="150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Replicates data 3X for fault tolerance</a:t>
            </a:r>
            <a:endParaRPr/>
          </a:p>
          <a:p>
            <a:pPr indent="-285750" lvl="1" marL="742950" marR="0" rtl="0" algn="l">
              <a:spcBef>
                <a:spcPts val="300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Hadoop MapReduce (Google:20 PB /day or 21 million GB)</a:t>
            </a:r>
            <a:endParaRPr/>
          </a:p>
          <a:p>
            <a:pPr indent="-285750" lvl="2" marL="1200150" marR="0" rtl="0" algn="l">
              <a:spcBef>
                <a:spcPts val="150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a programming model for execute the map and reduce functions</a:t>
            </a:r>
            <a:endParaRPr/>
          </a:p>
          <a:p>
            <a:pPr indent="-285750" lvl="2" marL="1200150" marR="0" rtl="0" algn="l">
              <a:spcBef>
                <a:spcPts val="150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manages works distribution and fault tolerance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45"/>
          <p:cNvSpPr txBox="1"/>
          <p:nvPr>
            <p:ph type="title"/>
          </p:nvPr>
        </p:nvSpPr>
        <p:spPr>
          <a:xfrm>
            <a:off x="911352" y="246253"/>
            <a:ext cx="8025384" cy="8412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HADOOP</a:t>
            </a:r>
            <a:endParaRPr/>
          </a:p>
        </p:txBody>
      </p:sp>
      <p:sp>
        <p:nvSpPr>
          <p:cNvPr id="804" name="Google Shape;804;p45"/>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05" name="Google Shape;805;p45"/>
          <p:cNvSpPr txBox="1"/>
          <p:nvPr/>
        </p:nvSpPr>
        <p:spPr>
          <a:xfrm>
            <a:off x="688848" y="1591056"/>
            <a:ext cx="8247888" cy="1631216"/>
          </a:xfrm>
          <a:prstGeom prst="rect">
            <a:avLst/>
          </a:prstGeom>
          <a:noFill/>
          <a:ln>
            <a:noFill/>
          </a:ln>
        </p:spPr>
        <p:txBody>
          <a:bodyPr anchorCtr="0" anchor="t" bIns="45700" lIns="91425" spcFirstLastPara="1" rIns="91425" wrap="square" tIns="45700">
            <a:spAutoFit/>
          </a:bodyPr>
          <a:lstStyle/>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Hadoop common utilities</a:t>
            </a:r>
            <a:endParaRPr/>
          </a:p>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Avro, a data serialization system with scripting languages</a:t>
            </a:r>
            <a:endParaRPr/>
          </a:p>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HDFS</a:t>
            </a:r>
            <a:endParaRPr/>
          </a:p>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Hive for ad hoc query</a:t>
            </a:r>
            <a:endParaRPr/>
          </a:p>
          <a:p>
            <a:pPr indent="-285750" lvl="1" marL="742950" marR="0" rtl="0" algn="l">
              <a:spcBef>
                <a:spcPts val="0"/>
              </a:spcBef>
              <a:spcAft>
                <a:spcPts val="0"/>
              </a:spcAft>
              <a:buClr>
                <a:srgbClr val="0D0D0D"/>
              </a:buClr>
              <a:buSzPts val="2000"/>
              <a:buFont typeface="Arial"/>
              <a:buChar char="•"/>
            </a:pPr>
            <a:r>
              <a:rPr b="0" i="0" lang="en-US" sz="2000" u="none" cap="none" strike="noStrike">
                <a:solidFill>
                  <a:srgbClr val="0D0D0D"/>
                </a:solidFill>
                <a:latin typeface="Avenir"/>
                <a:ea typeface="Avenir"/>
                <a:cs typeface="Avenir"/>
                <a:sym typeface="Avenir"/>
              </a:rPr>
              <a:t>MapReduce, distributed processing on computer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6"/>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HADOOP</a:t>
            </a:r>
            <a:endParaRPr/>
          </a:p>
        </p:txBody>
      </p:sp>
      <p:pic>
        <p:nvPicPr>
          <p:cNvPr id="811" name="Google Shape;811;p46"/>
          <p:cNvPicPr preferRelativeResize="0"/>
          <p:nvPr/>
        </p:nvPicPr>
        <p:blipFill rotWithShape="1">
          <a:blip r:embed="rId3">
            <a:alphaModFix/>
          </a:blip>
          <a:srcRect b="0" l="0" r="0" t="0"/>
          <a:stretch/>
        </p:blipFill>
        <p:spPr>
          <a:xfrm>
            <a:off x="2618160" y="735775"/>
            <a:ext cx="6954981" cy="5824797"/>
          </a:xfrm>
          <a:prstGeom prst="rect">
            <a:avLst/>
          </a:prstGeom>
          <a:noFill/>
          <a:ln>
            <a:noFill/>
          </a:ln>
        </p:spPr>
      </p:pic>
      <p:sp>
        <p:nvSpPr>
          <p:cNvPr id="812" name="Google Shape;812;p4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813" name="Google Shape;813;p46"/>
          <p:cNvSpPr txBox="1"/>
          <p:nvPr/>
        </p:nvSpPr>
        <p:spPr>
          <a:xfrm>
            <a:off x="8545484" y="4022362"/>
            <a:ext cx="300189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venir"/>
                <a:ea typeface="Avenir"/>
                <a:cs typeface="Avenir"/>
                <a:sym typeface="Avenir"/>
              </a:rPr>
              <a:t>Tasktracker: </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monitor all tasks,</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assigns nodes to the different tasks,</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determines which files need to be processed</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814" name="Google Shape;814;p46"/>
          <p:cNvSpPr txBox="1"/>
          <p:nvPr/>
        </p:nvSpPr>
        <p:spPr>
          <a:xfrm>
            <a:off x="8404167" y="1893847"/>
            <a:ext cx="362208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venir"/>
                <a:ea typeface="Avenir"/>
                <a:cs typeface="Avenir"/>
                <a:sym typeface="Avenir"/>
              </a:rPr>
              <a:t>Mapper:</a:t>
            </a:r>
            <a:br>
              <a:rPr lang="en-US" sz="1800">
                <a:solidFill>
                  <a:schemeClr val="dk1"/>
                </a:solidFill>
                <a:latin typeface="Avenir"/>
                <a:ea typeface="Avenir"/>
                <a:cs typeface="Avenir"/>
                <a:sym typeface="Avenir"/>
              </a:rPr>
            </a:br>
            <a:r>
              <a:rPr lang="en-US" sz="1800">
                <a:solidFill>
                  <a:schemeClr val="dk1"/>
                </a:solidFill>
                <a:latin typeface="Avenir"/>
                <a:ea typeface="Avenir"/>
                <a:cs typeface="Avenir"/>
                <a:sym typeface="Avenir"/>
              </a:rPr>
              <a:t>key-value 🡪 key’-value’</a:t>
            </a:r>
            <a:endParaRPr/>
          </a:p>
          <a:p>
            <a:pPr indent="0" lvl="0" marL="0" marR="0" rtl="0" algn="l">
              <a:spcBef>
                <a:spcPts val="0"/>
              </a:spcBef>
              <a:spcAft>
                <a:spcPts val="0"/>
              </a:spcAft>
              <a:buNone/>
            </a:pPr>
            <a:r>
              <a:rPr b="1" lang="en-US" sz="1800">
                <a:solidFill>
                  <a:schemeClr val="dk1"/>
                </a:solidFill>
                <a:latin typeface="Avenir"/>
                <a:ea typeface="Avenir"/>
                <a:cs typeface="Avenir"/>
                <a:sym typeface="Avenir"/>
              </a:rPr>
              <a:t>Reducer</a:t>
            </a:r>
            <a:r>
              <a:rPr lang="en-US" sz="1800">
                <a:solidFill>
                  <a:schemeClr val="dk1"/>
                </a:solidFill>
                <a:latin typeface="Avenir"/>
                <a:ea typeface="Avenir"/>
                <a:cs typeface="Avenir"/>
                <a:sym typeface="Avenir"/>
              </a:rPr>
              <a:t>: aggregation</a:t>
            </a:r>
            <a:endParaRPr/>
          </a:p>
          <a:p>
            <a:pPr indent="0" lvl="0" marL="0" marR="0" rtl="0" algn="l">
              <a:spcBef>
                <a:spcPts val="0"/>
              </a:spcBef>
              <a:spcAft>
                <a:spcPts val="0"/>
              </a:spcAft>
              <a:buNone/>
            </a:pPr>
            <a:r>
              <a:rPr b="1" lang="en-US" sz="1800">
                <a:solidFill>
                  <a:schemeClr val="dk1"/>
                </a:solidFill>
                <a:latin typeface="Avenir"/>
                <a:ea typeface="Avenir"/>
                <a:cs typeface="Avenir"/>
                <a:sym typeface="Avenir"/>
              </a:rPr>
              <a:t>Partitioner</a:t>
            </a:r>
            <a:r>
              <a:rPr lang="en-US" sz="180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the reducer receives all</a:t>
            </a: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 values of the same keys</a:t>
            </a:r>
            <a:endParaRPr sz="1800">
              <a:solidFill>
                <a:schemeClr val="dk1"/>
              </a:solidFill>
              <a:latin typeface="Avenir"/>
              <a:ea typeface="Avenir"/>
              <a:cs typeface="Avenir"/>
              <a:sym typeface="Avenir"/>
            </a:endParaRPr>
          </a:p>
        </p:txBody>
      </p:sp>
      <p:sp>
        <p:nvSpPr>
          <p:cNvPr id="815" name="Google Shape;815;p46"/>
          <p:cNvSpPr txBox="1"/>
          <p:nvPr/>
        </p:nvSpPr>
        <p:spPr>
          <a:xfrm>
            <a:off x="911352" y="1399032"/>
            <a:ext cx="1582484"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Scalable,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Robust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Accessible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Efficient?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47"/>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u="sng">
                <a:solidFill>
                  <a:schemeClr val="hlink"/>
                </a:solidFill>
                <a:hlinkClick r:id="rId3"/>
              </a:rPr>
              <a:t>HADOOP</a:t>
            </a:r>
            <a:endParaRPr/>
          </a:p>
        </p:txBody>
      </p:sp>
      <p:pic>
        <p:nvPicPr>
          <p:cNvPr id="821" name="Google Shape;821;p47"/>
          <p:cNvPicPr preferRelativeResize="0"/>
          <p:nvPr/>
        </p:nvPicPr>
        <p:blipFill rotWithShape="1">
          <a:blip r:embed="rId4">
            <a:alphaModFix/>
          </a:blip>
          <a:srcRect b="0" l="0" r="0" t="0"/>
          <a:stretch/>
        </p:blipFill>
        <p:spPr>
          <a:xfrm>
            <a:off x="3705676" y="535487"/>
            <a:ext cx="7007527" cy="5711135"/>
          </a:xfrm>
          <a:prstGeom prst="rect">
            <a:avLst/>
          </a:prstGeom>
          <a:noFill/>
          <a:ln>
            <a:noFill/>
          </a:ln>
        </p:spPr>
      </p:pic>
      <p:sp>
        <p:nvSpPr>
          <p:cNvPr id="822" name="Google Shape;822;p47"/>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48"/>
          <p:cNvSpPr txBox="1"/>
          <p:nvPr>
            <p:ph type="title"/>
          </p:nvPr>
        </p:nvSpPr>
        <p:spPr>
          <a:xfrm>
            <a:off x="902208" y="1219200"/>
            <a:ext cx="3891465" cy="28224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HADOOP CLUSTER</a:t>
            </a:r>
            <a:endParaRPr/>
          </a:p>
        </p:txBody>
      </p:sp>
      <p:pic>
        <p:nvPicPr>
          <p:cNvPr id="828" name="Google Shape;828;p48"/>
          <p:cNvPicPr preferRelativeResize="0"/>
          <p:nvPr/>
        </p:nvPicPr>
        <p:blipFill rotWithShape="1">
          <a:blip r:embed="rId3">
            <a:alphaModFix/>
          </a:blip>
          <a:srcRect b="3542" l="2584" r="2583" t="0"/>
          <a:stretch/>
        </p:blipFill>
        <p:spPr>
          <a:xfrm>
            <a:off x="4858328" y="628723"/>
            <a:ext cx="7019636" cy="5622685"/>
          </a:xfrm>
          <a:prstGeom prst="rect">
            <a:avLst/>
          </a:prstGeom>
          <a:solidFill>
            <a:srgbClr val="FFFFFF"/>
          </a:solidFill>
          <a:ln>
            <a:noFill/>
          </a:ln>
        </p:spPr>
      </p:pic>
      <p:sp>
        <p:nvSpPr>
          <p:cNvPr id="829" name="Google Shape;829;p48"/>
          <p:cNvSpPr txBox="1"/>
          <p:nvPr/>
        </p:nvSpPr>
        <p:spPr>
          <a:xfrm>
            <a:off x="5394036" y="4821382"/>
            <a:ext cx="24476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assume block size is 20 characters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pic>
        <p:nvPicPr>
          <p:cNvPr id="834" name="Google Shape;834;p49"/>
          <p:cNvPicPr preferRelativeResize="0"/>
          <p:nvPr/>
        </p:nvPicPr>
        <p:blipFill rotWithShape="1">
          <a:blip r:embed="rId3">
            <a:alphaModFix/>
          </a:blip>
          <a:srcRect b="0" l="0" r="0" t="0"/>
          <a:stretch/>
        </p:blipFill>
        <p:spPr>
          <a:xfrm>
            <a:off x="1976582" y="400667"/>
            <a:ext cx="7777019" cy="585220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pic>
        <p:nvPicPr>
          <p:cNvPr id="839" name="Google Shape;839;p50"/>
          <p:cNvPicPr preferRelativeResize="0"/>
          <p:nvPr/>
        </p:nvPicPr>
        <p:blipFill rotWithShape="1">
          <a:blip r:embed="rId3">
            <a:alphaModFix/>
          </a:blip>
          <a:srcRect b="0" l="0" r="0" t="0"/>
          <a:stretch/>
        </p:blipFill>
        <p:spPr>
          <a:xfrm>
            <a:off x="3006287" y="1124906"/>
            <a:ext cx="7144477" cy="4608188"/>
          </a:xfrm>
          <a:prstGeom prst="rect">
            <a:avLst/>
          </a:prstGeom>
          <a:noFill/>
          <a:ln>
            <a:noFill/>
          </a:ln>
        </p:spPr>
      </p:pic>
      <p:sp>
        <p:nvSpPr>
          <p:cNvPr id="840" name="Google Shape;840;p5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1"/>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BUILDING BLOCKS OF HADOOP</a:t>
            </a:r>
            <a:endParaRPr/>
          </a:p>
        </p:txBody>
      </p:sp>
      <p:sp>
        <p:nvSpPr>
          <p:cNvPr id="846" name="Google Shape;846;p51"/>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000"/>
              <a:buFont typeface="Arial"/>
              <a:buChar char="•"/>
            </a:pPr>
            <a:r>
              <a:rPr lang="en-US"/>
              <a:t>Hadoop Distributed File System: data repo that stores all data which is processed by the Hadoop application</a:t>
            </a:r>
            <a:endParaRPr/>
          </a:p>
          <a:p>
            <a:pPr indent="-228600" lvl="0" marL="228600" rtl="0" algn="l">
              <a:lnSpc>
                <a:spcPct val="120000"/>
              </a:lnSpc>
              <a:spcBef>
                <a:spcPts val="1200"/>
              </a:spcBef>
              <a:spcAft>
                <a:spcPts val="0"/>
              </a:spcAft>
              <a:buClr>
                <a:schemeClr val="dk1"/>
              </a:buClr>
              <a:buSzPts val="2000"/>
              <a:buFont typeface="Arial"/>
              <a:buChar char="•"/>
            </a:pPr>
            <a:r>
              <a:rPr lang="en-US"/>
              <a:t>MapReduce: processing program to deal with the data in HDFS</a:t>
            </a:r>
            <a:endParaRPr/>
          </a:p>
          <a:p>
            <a:pPr indent="-228600" lvl="0" marL="228600" rtl="0" algn="l">
              <a:lnSpc>
                <a:spcPct val="120000"/>
              </a:lnSpc>
              <a:spcBef>
                <a:spcPts val="1200"/>
              </a:spcBef>
              <a:spcAft>
                <a:spcPts val="0"/>
              </a:spcAft>
              <a:buClr>
                <a:schemeClr val="dk1"/>
              </a:buClr>
              <a:buSzPts val="2000"/>
              <a:buFont typeface="Arial"/>
              <a:buChar char="•"/>
            </a:pPr>
            <a:r>
              <a:rPr lang="en-US"/>
              <a:t>HDFS and MapReduce provide a framework that supports for distributed storage and distributed computation within a Hadoop cluster.</a:t>
            </a:r>
            <a:endParaRPr/>
          </a:p>
        </p:txBody>
      </p:sp>
      <p:sp>
        <p:nvSpPr>
          <p:cNvPr id="847" name="Google Shape;847;p51"/>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48" name="Google Shape;848;p51"/>
          <p:cNvSpPr/>
          <p:nvPr/>
        </p:nvSpPr>
        <p:spPr>
          <a:xfrm>
            <a:off x="6716268" y="4259898"/>
            <a:ext cx="1956816" cy="393192"/>
          </a:xfrm>
          <a:prstGeom prst="roundRect">
            <a:avLst>
              <a:gd fmla="val 16667" name="adj"/>
            </a:avLst>
          </a:prstGeom>
          <a:solidFill>
            <a:schemeClr val="accent1"/>
          </a:solidFill>
          <a:ln cap="flat" cmpd="sng" w="12700">
            <a:solidFill>
              <a:srgbClr val="2B4B4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100 TB data file</a:t>
            </a:r>
            <a:endParaRPr/>
          </a:p>
        </p:txBody>
      </p:sp>
      <p:sp>
        <p:nvSpPr>
          <p:cNvPr id="849" name="Google Shape;849;p51"/>
          <p:cNvSpPr/>
          <p:nvPr/>
        </p:nvSpPr>
        <p:spPr>
          <a:xfrm>
            <a:off x="5199888" y="5111496"/>
            <a:ext cx="1045464" cy="454152"/>
          </a:xfrm>
          <a:prstGeom prst="roundRect">
            <a:avLst>
              <a:gd fmla="val 16667" name="adj"/>
            </a:avLst>
          </a:prstGeom>
          <a:solidFill>
            <a:schemeClr val="accent4"/>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1</a:t>
            </a:r>
            <a:endParaRPr/>
          </a:p>
        </p:txBody>
      </p:sp>
      <p:sp>
        <p:nvSpPr>
          <p:cNvPr id="850" name="Google Shape;850;p51"/>
          <p:cNvSpPr/>
          <p:nvPr/>
        </p:nvSpPr>
        <p:spPr>
          <a:xfrm>
            <a:off x="5199888" y="5679059"/>
            <a:ext cx="1045464" cy="454152"/>
          </a:xfrm>
          <a:prstGeom prst="roundRect">
            <a:avLst>
              <a:gd fmla="val 16667" name="adj"/>
            </a:avLst>
          </a:prstGeom>
          <a:solidFill>
            <a:schemeClr val="accent4"/>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2</a:t>
            </a:r>
            <a:endParaRPr/>
          </a:p>
        </p:txBody>
      </p:sp>
      <p:sp>
        <p:nvSpPr>
          <p:cNvPr id="851" name="Google Shape;851;p51"/>
          <p:cNvSpPr/>
          <p:nvPr/>
        </p:nvSpPr>
        <p:spPr>
          <a:xfrm>
            <a:off x="6531864" y="5111496"/>
            <a:ext cx="1045464" cy="454152"/>
          </a:xfrm>
          <a:prstGeom prst="roundRect">
            <a:avLst>
              <a:gd fmla="val 16667" name="adj"/>
            </a:avLst>
          </a:prstGeom>
          <a:solidFill>
            <a:schemeClr val="accent4"/>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3</a:t>
            </a:r>
            <a:endParaRPr/>
          </a:p>
        </p:txBody>
      </p:sp>
      <p:sp>
        <p:nvSpPr>
          <p:cNvPr id="852" name="Google Shape;852;p51"/>
          <p:cNvSpPr/>
          <p:nvPr/>
        </p:nvSpPr>
        <p:spPr>
          <a:xfrm>
            <a:off x="9189720" y="5111496"/>
            <a:ext cx="1045464" cy="454152"/>
          </a:xfrm>
          <a:prstGeom prst="roundRect">
            <a:avLst>
              <a:gd fmla="val 16667" name="adj"/>
            </a:avLst>
          </a:prstGeom>
          <a:solidFill>
            <a:srgbClr val="E94639"/>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4</a:t>
            </a:r>
            <a:endParaRPr/>
          </a:p>
        </p:txBody>
      </p:sp>
      <p:sp>
        <p:nvSpPr>
          <p:cNvPr id="853" name="Google Shape;853;p51"/>
          <p:cNvSpPr/>
          <p:nvPr/>
        </p:nvSpPr>
        <p:spPr>
          <a:xfrm>
            <a:off x="7930896" y="5130102"/>
            <a:ext cx="1045464" cy="454152"/>
          </a:xfrm>
          <a:prstGeom prst="roundRect">
            <a:avLst>
              <a:gd fmla="val 16667" name="adj"/>
            </a:avLst>
          </a:prstGeom>
          <a:solidFill>
            <a:srgbClr val="E94639"/>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5</a:t>
            </a:r>
            <a:endParaRPr/>
          </a:p>
        </p:txBody>
      </p:sp>
      <p:sp>
        <p:nvSpPr>
          <p:cNvPr id="854" name="Google Shape;854;p51"/>
          <p:cNvSpPr/>
          <p:nvPr/>
        </p:nvSpPr>
        <p:spPr>
          <a:xfrm>
            <a:off x="7930896" y="5697665"/>
            <a:ext cx="1045464" cy="454152"/>
          </a:xfrm>
          <a:prstGeom prst="roundRect">
            <a:avLst>
              <a:gd fmla="val 16667" name="adj"/>
            </a:avLst>
          </a:prstGeom>
          <a:solidFill>
            <a:srgbClr val="E94639"/>
          </a:solidFill>
          <a:ln cap="flat" cmpd="sng" w="12700">
            <a:solidFill>
              <a:srgbClr val="69470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venir"/>
                <a:ea typeface="Avenir"/>
                <a:cs typeface="Avenir"/>
                <a:sym typeface="Avenir"/>
              </a:rPr>
              <a:t>Block 6</a:t>
            </a:r>
            <a:endParaRPr/>
          </a:p>
        </p:txBody>
      </p:sp>
      <p:sp>
        <p:nvSpPr>
          <p:cNvPr id="855" name="Google Shape;855;p51"/>
          <p:cNvSpPr/>
          <p:nvPr/>
        </p:nvSpPr>
        <p:spPr>
          <a:xfrm>
            <a:off x="4974336" y="4919472"/>
            <a:ext cx="2743200" cy="1399032"/>
          </a:xfrm>
          <a:prstGeom prst="roundRect">
            <a:avLst>
              <a:gd fmla="val 16667" name="adj"/>
            </a:avLst>
          </a:prstGeom>
          <a:noFill/>
          <a:ln cap="flat" cmpd="sng" w="12700">
            <a:solidFill>
              <a:srgbClr val="2B4B4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856" name="Google Shape;856;p51"/>
          <p:cNvSpPr/>
          <p:nvPr/>
        </p:nvSpPr>
        <p:spPr>
          <a:xfrm>
            <a:off x="7839456" y="4919472"/>
            <a:ext cx="2657856" cy="1399032"/>
          </a:xfrm>
          <a:prstGeom prst="roundRect">
            <a:avLst>
              <a:gd fmla="val 16667" name="adj"/>
            </a:avLst>
          </a:prstGeom>
          <a:noFill/>
          <a:ln cap="flat" cmpd="sng" w="12700">
            <a:solidFill>
              <a:srgbClr val="2B4B4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cxnSp>
        <p:nvCxnSpPr>
          <p:cNvPr id="857" name="Google Shape;857;p51"/>
          <p:cNvCxnSpPr>
            <a:endCxn id="855" idx="0"/>
          </p:cNvCxnSpPr>
          <p:nvPr/>
        </p:nvCxnSpPr>
        <p:spPr>
          <a:xfrm flipH="1">
            <a:off x="6345936" y="4653072"/>
            <a:ext cx="370200" cy="266400"/>
          </a:xfrm>
          <a:prstGeom prst="straightConnector1">
            <a:avLst/>
          </a:prstGeom>
          <a:noFill/>
          <a:ln cap="flat" cmpd="sng" w="9525">
            <a:solidFill>
              <a:schemeClr val="accent1"/>
            </a:solidFill>
            <a:prstDash val="solid"/>
            <a:miter lim="800000"/>
            <a:headEnd len="sm" w="sm" type="none"/>
            <a:tailEnd len="med" w="med" type="triangle"/>
          </a:ln>
        </p:spPr>
      </p:cxnSp>
      <p:cxnSp>
        <p:nvCxnSpPr>
          <p:cNvPr id="858" name="Google Shape;858;p51"/>
          <p:cNvCxnSpPr>
            <a:endCxn id="856" idx="0"/>
          </p:cNvCxnSpPr>
          <p:nvPr/>
        </p:nvCxnSpPr>
        <p:spPr>
          <a:xfrm>
            <a:off x="8673084" y="4653072"/>
            <a:ext cx="495300" cy="266400"/>
          </a:xfrm>
          <a:prstGeom prst="straightConnector1">
            <a:avLst/>
          </a:prstGeom>
          <a:noFill/>
          <a:ln cap="flat" cmpd="sng" w="9525">
            <a:solidFill>
              <a:schemeClr val="accent1"/>
            </a:solidFill>
            <a:prstDash val="solid"/>
            <a:miter lim="800000"/>
            <a:headEnd len="sm" w="sm" type="none"/>
            <a:tailEnd len="med" w="med" type="triangle"/>
          </a:ln>
        </p:spPr>
      </p:cxnSp>
      <p:sp>
        <p:nvSpPr>
          <p:cNvPr id="859" name="Google Shape;859;p51"/>
          <p:cNvSpPr txBox="1"/>
          <p:nvPr/>
        </p:nvSpPr>
        <p:spPr>
          <a:xfrm>
            <a:off x="6531102" y="6416150"/>
            <a:ext cx="35966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Hadoop data distribution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52"/>
          <p:cNvSpPr txBox="1"/>
          <p:nvPr>
            <p:ph type="ctrTitle"/>
          </p:nvPr>
        </p:nvSpPr>
        <p:spPr>
          <a:xfrm>
            <a:off x="6071616" y="960120"/>
            <a:ext cx="5221224" cy="305634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MAPREDUCE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pic>
        <p:nvPicPr>
          <p:cNvPr id="869" name="Google Shape;869;p53"/>
          <p:cNvPicPr preferRelativeResize="0"/>
          <p:nvPr/>
        </p:nvPicPr>
        <p:blipFill rotWithShape="1">
          <a:blip r:embed="rId3">
            <a:alphaModFix/>
          </a:blip>
          <a:srcRect b="0" l="0" r="0" t="0"/>
          <a:stretch/>
        </p:blipFill>
        <p:spPr>
          <a:xfrm>
            <a:off x="2423600" y="247206"/>
            <a:ext cx="7344800" cy="6363588"/>
          </a:xfrm>
          <a:prstGeom prst="rect">
            <a:avLst/>
          </a:prstGeom>
          <a:noFill/>
          <a:ln>
            <a:noFill/>
          </a:ln>
        </p:spPr>
      </p:pic>
      <p:sp>
        <p:nvSpPr>
          <p:cNvPr id="870" name="Google Shape;870;p53"/>
          <p:cNvSpPr txBox="1"/>
          <p:nvPr/>
        </p:nvSpPr>
        <p:spPr>
          <a:xfrm>
            <a:off x="277091" y="424874"/>
            <a:ext cx="19765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MapReduce Framework</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876" name="Google Shape;876;p54"/>
          <p:cNvPicPr preferRelativeResize="0"/>
          <p:nvPr/>
        </p:nvPicPr>
        <p:blipFill rotWithShape="1">
          <a:blip r:embed="rId3">
            <a:alphaModFix/>
          </a:blip>
          <a:srcRect b="0" l="0" r="0" t="0"/>
          <a:stretch/>
        </p:blipFill>
        <p:spPr>
          <a:xfrm>
            <a:off x="803562" y="364325"/>
            <a:ext cx="8331201" cy="655369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55"/>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882" name="Google Shape;882;p55"/>
          <p:cNvPicPr preferRelativeResize="0"/>
          <p:nvPr/>
        </p:nvPicPr>
        <p:blipFill rotWithShape="1">
          <a:blip r:embed="rId3">
            <a:alphaModFix/>
          </a:blip>
          <a:srcRect b="0" l="0" r="0" t="0"/>
          <a:stretch/>
        </p:blipFill>
        <p:spPr>
          <a:xfrm>
            <a:off x="911352" y="492367"/>
            <a:ext cx="7699250" cy="635358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p56"/>
          <p:cNvPicPr preferRelativeResize="0"/>
          <p:nvPr/>
        </p:nvPicPr>
        <p:blipFill rotWithShape="1">
          <a:blip r:embed="rId3">
            <a:alphaModFix/>
          </a:blip>
          <a:srcRect b="1" l="0" r="1288" t="0"/>
          <a:stretch/>
        </p:blipFill>
        <p:spPr>
          <a:xfrm>
            <a:off x="120650" y="68263"/>
            <a:ext cx="11950700" cy="644683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57"/>
          <p:cNvSpPr txBox="1"/>
          <p:nvPr>
            <p:ph type="title"/>
          </p:nvPr>
        </p:nvSpPr>
        <p:spPr>
          <a:xfrm>
            <a:off x="972600" y="762567"/>
            <a:ext cx="10251600" cy="71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dk2"/>
              </a:buClr>
              <a:buSzPts val="2600"/>
              <a:buFont typeface="Arial"/>
              <a:buNone/>
            </a:pPr>
            <a:r>
              <a:rPr lang="en-US"/>
              <a:t>MAPREDUCE - KEY CONCEPTS</a:t>
            </a:r>
            <a:endParaRPr/>
          </a:p>
        </p:txBody>
      </p:sp>
      <p:sp>
        <p:nvSpPr>
          <p:cNvPr id="893" name="Google Shape;893;p57"/>
          <p:cNvSpPr txBox="1"/>
          <p:nvPr>
            <p:ph idx="1" type="body"/>
          </p:nvPr>
        </p:nvSpPr>
        <p:spPr>
          <a:xfrm>
            <a:off x="972600" y="1978267"/>
            <a:ext cx="10251600" cy="3808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300"/>
              <a:buNone/>
            </a:pPr>
            <a:r>
              <a:rPr lang="en-US" sz="1600"/>
              <a:t>Phases of MapReduce</a:t>
            </a:r>
            <a:endParaRPr sz="1600"/>
          </a:p>
          <a:p>
            <a:pPr indent="-414855" lvl="0" marL="609585" rtl="0" algn="l">
              <a:lnSpc>
                <a:spcPct val="115000"/>
              </a:lnSpc>
              <a:spcBef>
                <a:spcPts val="0"/>
              </a:spcBef>
              <a:spcAft>
                <a:spcPts val="0"/>
              </a:spcAft>
              <a:buClr>
                <a:schemeClr val="dk1"/>
              </a:buClr>
              <a:buSzPts val="1300"/>
              <a:buChar char="●"/>
            </a:pPr>
            <a:r>
              <a:rPr lang="en-US" sz="1600"/>
              <a:t>Map phase</a:t>
            </a:r>
            <a:endParaRPr sz="1600"/>
          </a:p>
          <a:p>
            <a:pPr indent="-397923" lvl="1" marL="1219170" rtl="0" algn="l">
              <a:lnSpc>
                <a:spcPct val="115000"/>
              </a:lnSpc>
              <a:spcBef>
                <a:spcPts val="0"/>
              </a:spcBef>
              <a:spcAft>
                <a:spcPts val="0"/>
              </a:spcAft>
              <a:buClr>
                <a:schemeClr val="dk1"/>
              </a:buClr>
              <a:buSzPts val="1100"/>
              <a:buChar char="○"/>
            </a:pPr>
            <a:r>
              <a:rPr lang="en-US" sz="1600"/>
              <a:t>Each mapper takes a line as input and breaks it into words. It then emits a key/value pair of the word and 1.</a:t>
            </a:r>
            <a:endParaRPr sz="1600"/>
          </a:p>
          <a:p>
            <a:pPr indent="-414855" lvl="0" marL="609585" rtl="0" algn="l">
              <a:lnSpc>
                <a:spcPct val="115000"/>
              </a:lnSpc>
              <a:spcBef>
                <a:spcPts val="0"/>
              </a:spcBef>
              <a:spcAft>
                <a:spcPts val="0"/>
              </a:spcAft>
              <a:buClr>
                <a:schemeClr val="dk1"/>
              </a:buClr>
              <a:buSzPts val="1300"/>
              <a:buChar char="●"/>
            </a:pPr>
            <a:r>
              <a:rPr lang="en-US" sz="1600"/>
              <a:t>Shuffle/sort phase (</a:t>
            </a:r>
            <a:r>
              <a:rPr i="1" lang="en-US" sz="1600"/>
              <a:t>partition and sort the mapper output</a:t>
            </a:r>
            <a:r>
              <a:rPr lang="en-US" sz="1600"/>
              <a:t>)</a:t>
            </a:r>
            <a:endParaRPr sz="1600"/>
          </a:p>
          <a:p>
            <a:pPr indent="-397923" lvl="1" marL="1219170" rtl="0" algn="l">
              <a:lnSpc>
                <a:spcPct val="115000"/>
              </a:lnSpc>
              <a:spcBef>
                <a:spcPts val="0"/>
              </a:spcBef>
              <a:spcAft>
                <a:spcPts val="0"/>
              </a:spcAft>
              <a:buClr>
                <a:schemeClr val="dk1"/>
              </a:buClr>
              <a:buSzPts val="1100"/>
              <a:buChar char="○"/>
            </a:pPr>
            <a:r>
              <a:rPr lang="en-US" sz="1600"/>
              <a:t>The output from the mappers is sorted by key and shuffled into the reducers such that key/value pairs with the same key end up in the same reducer.</a:t>
            </a:r>
            <a:endParaRPr sz="1600"/>
          </a:p>
          <a:p>
            <a:pPr indent="-397923" lvl="1" marL="1219170" marR="169329" rtl="0" algn="l">
              <a:lnSpc>
                <a:spcPct val="115000"/>
              </a:lnSpc>
              <a:spcBef>
                <a:spcPts val="0"/>
              </a:spcBef>
              <a:spcAft>
                <a:spcPts val="0"/>
              </a:spcAft>
              <a:buClr>
                <a:schemeClr val="dk1"/>
              </a:buClr>
              <a:buSzPts val="1100"/>
              <a:buChar char="○"/>
            </a:pPr>
            <a:r>
              <a:rPr lang="en-US" sz="1600"/>
              <a:t>Sort is a simple and very useful command found in Unix systems. It rearranges lines of text numerically and/or alphabetically. (</a:t>
            </a:r>
            <a:r>
              <a:rPr i="1" lang="en-US" sz="1600"/>
              <a:t>Hadoop Streaming KeyBasedComparator is modeled after Unix sort, and utilizes command line options which are the same as Unix sort command line options</a:t>
            </a:r>
            <a:r>
              <a:rPr lang="en-US" sz="1600"/>
              <a:t>).</a:t>
            </a:r>
            <a:endParaRPr sz="1600"/>
          </a:p>
          <a:p>
            <a:pPr indent="-397923" lvl="1" marL="1219170" rtl="0" algn="l">
              <a:lnSpc>
                <a:spcPct val="115000"/>
              </a:lnSpc>
              <a:spcBef>
                <a:spcPts val="0"/>
              </a:spcBef>
              <a:spcAft>
                <a:spcPts val="0"/>
              </a:spcAft>
              <a:buClr>
                <a:schemeClr val="hlink"/>
              </a:buClr>
              <a:buSzPts val="1100"/>
              <a:buChar char="○"/>
            </a:pPr>
            <a:r>
              <a:rPr lang="en-US" sz="1600" u="sng">
                <a:solidFill>
                  <a:schemeClr val="hlink"/>
                </a:solidFill>
                <a:hlinkClick r:id="rId3"/>
              </a:rPr>
              <a:t>http://www.theunixschool.com/2012/08/linux-sort-command-examples.html</a:t>
            </a:r>
            <a:endParaRPr sz="1600"/>
          </a:p>
          <a:p>
            <a:pPr indent="-414855" lvl="0" marL="609585" rtl="0" algn="l">
              <a:lnSpc>
                <a:spcPct val="115000"/>
              </a:lnSpc>
              <a:spcBef>
                <a:spcPts val="0"/>
              </a:spcBef>
              <a:spcAft>
                <a:spcPts val="0"/>
              </a:spcAft>
              <a:buClr>
                <a:schemeClr val="dk1"/>
              </a:buClr>
              <a:buSzPts val="1300"/>
              <a:buChar char="●"/>
            </a:pPr>
            <a:r>
              <a:rPr lang="en-US" sz="1600"/>
              <a:t>Reduce phase</a:t>
            </a:r>
            <a:endParaRPr sz="1600"/>
          </a:p>
          <a:p>
            <a:pPr indent="-397923" lvl="1" marL="1219170" rtl="0" algn="l">
              <a:lnSpc>
                <a:spcPct val="115000"/>
              </a:lnSpc>
              <a:spcBef>
                <a:spcPts val="0"/>
              </a:spcBef>
              <a:spcAft>
                <a:spcPts val="0"/>
              </a:spcAft>
              <a:buClr>
                <a:schemeClr val="dk1"/>
              </a:buClr>
              <a:buSzPts val="1100"/>
              <a:buChar char="○"/>
            </a:pPr>
            <a:r>
              <a:rPr lang="en-US" sz="1600"/>
              <a:t>Each reducer sums the counts for each word and emits a single key/value with the word and sum.</a:t>
            </a:r>
            <a:endParaRPr sz="1600"/>
          </a:p>
          <a:p>
            <a:pPr indent="0" lvl="0" marL="0" rtl="0" algn="l">
              <a:lnSpc>
                <a:spcPct val="115000"/>
              </a:lnSpc>
              <a:spcBef>
                <a:spcPts val="0"/>
              </a:spcBef>
              <a:spcAft>
                <a:spcPts val="0"/>
              </a:spcAft>
              <a:buClr>
                <a:schemeClr val="dk1"/>
              </a:buClr>
              <a:buSzPts val="1300"/>
              <a:buNone/>
            </a:pPr>
            <a:r>
              <a:t/>
            </a:r>
            <a:endParaRPr sz="1600"/>
          </a:p>
        </p:txBody>
      </p:sp>
      <p:sp>
        <p:nvSpPr>
          <p:cNvPr id="894" name="Google Shape;894;p57"/>
          <p:cNvSpPr txBox="1"/>
          <p:nvPr>
            <p:ph idx="12" type="sldNum"/>
          </p:nvPr>
        </p:nvSpPr>
        <p:spPr>
          <a:xfrm>
            <a:off x="11381736" y="6333135"/>
            <a:ext cx="731600" cy="524800"/>
          </a:xfrm>
          <a:prstGeom prst="rect">
            <a:avLst/>
          </a:prstGeom>
          <a:noFill/>
          <a:ln>
            <a:noFill/>
          </a:ln>
        </p:spPr>
        <p:txBody>
          <a:bodyPr anchorCtr="0" anchor="ctr"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58"/>
          <p:cNvSpPr txBox="1"/>
          <p:nvPr>
            <p:ph type="title"/>
          </p:nvPr>
        </p:nvSpPr>
        <p:spPr>
          <a:xfrm>
            <a:off x="1130136" y="2622898"/>
            <a:ext cx="10251600" cy="71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dk2"/>
              </a:buClr>
              <a:buSzPts val="2600"/>
              <a:buFont typeface="Arial"/>
              <a:buNone/>
            </a:pPr>
            <a:r>
              <a:rPr lang="en-US"/>
              <a:t>HADOOD INSTALLATION IN COLAB</a:t>
            </a:r>
            <a:endParaRPr/>
          </a:p>
        </p:txBody>
      </p:sp>
      <p:sp>
        <p:nvSpPr>
          <p:cNvPr id="900" name="Google Shape;900;p58"/>
          <p:cNvSpPr txBox="1"/>
          <p:nvPr>
            <p:ph idx="12" type="sldNum"/>
          </p:nvPr>
        </p:nvSpPr>
        <p:spPr>
          <a:xfrm>
            <a:off x="11381736" y="6333135"/>
            <a:ext cx="731600" cy="524800"/>
          </a:xfrm>
          <a:prstGeom prst="rect">
            <a:avLst/>
          </a:prstGeom>
          <a:noFill/>
          <a:ln>
            <a:noFill/>
          </a:ln>
        </p:spPr>
        <p:txBody>
          <a:bodyPr anchorCtr="0" anchor="ctr"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59"/>
          <p:cNvSpPr txBox="1"/>
          <p:nvPr>
            <p:ph type="title"/>
          </p:nvPr>
        </p:nvSpPr>
        <p:spPr>
          <a:xfrm>
            <a:off x="893064" y="72518"/>
            <a:ext cx="8297380" cy="1326514"/>
          </a:xfrm>
          <a:prstGeom prst="rect">
            <a:avLst/>
          </a:prstGeom>
          <a:noFill/>
          <a:ln>
            <a:noFill/>
          </a:ln>
        </p:spPr>
        <p:txBody>
          <a:bodyPr anchorCtr="0" anchor="b" bIns="121900" lIns="121900" spcFirstLastPara="1" rIns="121900" wrap="square" tIns="121900">
            <a:normAutofit/>
          </a:bodyPr>
          <a:lstStyle/>
          <a:p>
            <a:pPr indent="0" lvl="0" marL="0" rtl="0" algn="l">
              <a:lnSpc>
                <a:spcPct val="90000"/>
              </a:lnSpc>
              <a:spcBef>
                <a:spcPts val="0"/>
              </a:spcBef>
              <a:spcAft>
                <a:spcPts val="0"/>
              </a:spcAft>
              <a:buClr>
                <a:schemeClr val="dk1"/>
              </a:buClr>
              <a:buSzPts val="2800"/>
              <a:buFont typeface="Arial"/>
              <a:buNone/>
            </a:pPr>
            <a:r>
              <a:rPr lang="en-US"/>
              <a:t>1. COPY DATA TO HDFS</a:t>
            </a:r>
            <a:endParaRPr/>
          </a:p>
        </p:txBody>
      </p:sp>
      <p:sp>
        <p:nvSpPr>
          <p:cNvPr id="906" name="Google Shape;906;p59"/>
          <p:cNvSpPr txBox="1"/>
          <p:nvPr>
            <p:ph idx="1" type="body"/>
          </p:nvPr>
        </p:nvSpPr>
        <p:spPr>
          <a:xfrm>
            <a:off x="682751" y="2753614"/>
            <a:ext cx="11003281" cy="3493008"/>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FF"/>
              </a:buClr>
              <a:buSzPts val="2000"/>
              <a:buNone/>
            </a:pPr>
            <a:r>
              <a:rPr b="0" lang="en-US">
                <a:solidFill>
                  <a:srgbClr val="0000FF"/>
                </a:solidFill>
                <a:highlight>
                  <a:srgbClr val="F7F7F7"/>
                </a:highlight>
                <a:latin typeface="Courier New"/>
                <a:ea typeface="Courier New"/>
                <a:cs typeface="Courier New"/>
                <a:sym typeface="Courier New"/>
              </a:rPr>
              <a:t>!</a:t>
            </a:r>
            <a:r>
              <a:rPr b="0" lang="en-US">
                <a:solidFill>
                  <a:srgbClr val="000000"/>
                </a:solidFill>
                <a:highlight>
                  <a:srgbClr val="F7F7F7"/>
                </a:highlight>
                <a:latin typeface="Courier New"/>
                <a:ea typeface="Courier New"/>
                <a:cs typeface="Courier New"/>
                <a:sym typeface="Courier New"/>
              </a:rPr>
              <a:t> {hadoop_path} fs -put -f $local_txt_file $hdfs_txt_file</a:t>
            </a:r>
            <a:endParaRPr b="0">
              <a:solidFill>
                <a:srgbClr val="000000"/>
              </a:solidFill>
              <a:highlight>
                <a:srgbClr val="F7F7F7"/>
              </a:highlight>
              <a:latin typeface="Courier New"/>
              <a:ea typeface="Courier New"/>
              <a:cs typeface="Courier New"/>
              <a:sym typeface="Courier New"/>
            </a:endParaRPr>
          </a:p>
          <a:p>
            <a:pPr indent="0" lvl="0" marL="0" rtl="0" algn="l">
              <a:lnSpc>
                <a:spcPct val="120000"/>
              </a:lnSpc>
              <a:spcBef>
                <a:spcPts val="1200"/>
              </a:spcBef>
              <a:spcAft>
                <a:spcPts val="0"/>
              </a:spcAft>
              <a:buClr>
                <a:schemeClr val="dk1"/>
              </a:buClr>
              <a:buSzPts val="2000"/>
              <a:buNone/>
            </a:pPr>
            <a:r>
              <a:t/>
            </a:r>
            <a:endParaRPr/>
          </a:p>
        </p:txBody>
      </p:sp>
      <p:sp>
        <p:nvSpPr>
          <p:cNvPr id="907" name="Google Shape;907;p59"/>
          <p:cNvSpPr txBox="1"/>
          <p:nvPr>
            <p:ph idx="12" type="sldNum"/>
          </p:nvPr>
        </p:nvSpPr>
        <p:spPr>
          <a:xfrm>
            <a:off x="911352" y="6246622"/>
            <a:ext cx="2670048" cy="365125"/>
          </a:xfrm>
          <a:prstGeom prst="rect">
            <a:avLst/>
          </a:prstGeom>
          <a:noFill/>
          <a:ln>
            <a:noFill/>
          </a:ln>
        </p:spPr>
        <p:txBody>
          <a:bodyPr anchorCtr="0" anchor="ctr" bIns="121900" lIns="121900" spcFirstLastPara="1" rIns="121900" wrap="square" tIns="121900">
            <a:normAutofit fontScale="92500" lnSpcReduction="20000"/>
          </a:bodyPr>
          <a:lstStyle/>
          <a:p>
            <a:pPr indent="0" lvl="0" marL="0" rtl="0" algn="l">
              <a:lnSpc>
                <a:spcPct val="90000"/>
              </a:lnSpc>
              <a:spcBef>
                <a:spcPts val="0"/>
              </a:spcBef>
              <a:spcAft>
                <a:spcPts val="600"/>
              </a:spcAft>
              <a:buNone/>
            </a:pPr>
            <a:fld id="{00000000-1234-1234-1234-123412341234}" type="slidenum">
              <a:rPr lang="en-US" sz="400"/>
              <a:t>‹#›</a:t>
            </a:fld>
            <a:endParaRPr sz="4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60"/>
          <p:cNvSpPr txBox="1"/>
          <p:nvPr>
            <p:ph type="title"/>
          </p:nvPr>
        </p:nvSpPr>
        <p:spPr>
          <a:xfrm>
            <a:off x="893064" y="72518"/>
            <a:ext cx="8297380" cy="1326514"/>
          </a:xfrm>
          <a:prstGeom prst="rect">
            <a:avLst/>
          </a:prstGeom>
          <a:noFill/>
          <a:ln>
            <a:noFill/>
          </a:ln>
        </p:spPr>
        <p:txBody>
          <a:bodyPr anchorCtr="0" anchor="b" bIns="121900" lIns="121900" spcFirstLastPara="1" rIns="121900" wrap="square" tIns="121900">
            <a:normAutofit/>
          </a:bodyPr>
          <a:lstStyle/>
          <a:p>
            <a:pPr indent="0" lvl="0" marL="0" rtl="0" algn="l">
              <a:lnSpc>
                <a:spcPct val="90000"/>
              </a:lnSpc>
              <a:spcBef>
                <a:spcPts val="0"/>
              </a:spcBef>
              <a:spcAft>
                <a:spcPts val="0"/>
              </a:spcAft>
              <a:buClr>
                <a:schemeClr val="dk1"/>
              </a:buClr>
              <a:buSzPts val="2800"/>
              <a:buFont typeface="Arial"/>
              <a:buNone/>
            </a:pPr>
            <a:r>
              <a:rPr lang="en-US"/>
              <a:t>2. MAP FUNCTION</a:t>
            </a:r>
            <a:endParaRPr/>
          </a:p>
        </p:txBody>
      </p:sp>
      <p:sp>
        <p:nvSpPr>
          <p:cNvPr id="913" name="Google Shape;913;p60"/>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000"/>
              <a:buNone/>
            </a:pPr>
            <a:r>
              <a:t/>
            </a:r>
            <a:endParaRPr/>
          </a:p>
          <a:p>
            <a:pPr indent="-228600" lvl="0" marL="228600" rtl="0" algn="l">
              <a:lnSpc>
                <a:spcPct val="120000"/>
              </a:lnSpc>
              <a:spcBef>
                <a:spcPts val="1200"/>
              </a:spcBef>
              <a:spcAft>
                <a:spcPts val="0"/>
              </a:spcAft>
              <a:buClr>
                <a:schemeClr val="dk1"/>
              </a:buClr>
              <a:buSzPts val="2000"/>
              <a:buFont typeface="Arial"/>
              <a:buChar char="•"/>
            </a:pPr>
            <a:r>
              <a:rPr lang="en-US"/>
              <a:t>Splitting lines to words</a:t>
            </a:r>
            <a:endParaRPr/>
          </a:p>
          <a:p>
            <a:pPr indent="0" lvl="0" marL="0" rtl="0" algn="l">
              <a:lnSpc>
                <a:spcPct val="120000"/>
              </a:lnSpc>
              <a:spcBef>
                <a:spcPts val="1200"/>
              </a:spcBef>
              <a:spcAft>
                <a:spcPts val="0"/>
              </a:spcAft>
              <a:buClr>
                <a:schemeClr val="dk1"/>
              </a:buClr>
              <a:buSzPts val="2000"/>
              <a:buNone/>
            </a:pPr>
            <a:r>
              <a:t/>
            </a:r>
            <a:endParaRPr/>
          </a:p>
          <a:p>
            <a:pPr indent="0" lvl="0" marL="0" rtl="0" algn="l">
              <a:lnSpc>
                <a:spcPct val="120000"/>
              </a:lnSpc>
              <a:spcBef>
                <a:spcPts val="1200"/>
              </a:spcBef>
              <a:spcAft>
                <a:spcPts val="0"/>
              </a:spcAft>
              <a:buClr>
                <a:schemeClr val="dk1"/>
              </a:buClr>
              <a:buSzPts val="2000"/>
              <a:buNone/>
            </a:pPr>
            <a:r>
              <a:rPr lang="en-US"/>
              <a:t>df.withColumn("words", f.split("value", " "))</a:t>
            </a:r>
            <a:endParaRPr/>
          </a:p>
          <a:p>
            <a:pPr indent="0" lvl="0" marL="0" rtl="0" algn="l">
              <a:lnSpc>
                <a:spcPct val="120000"/>
              </a:lnSpc>
              <a:spcBef>
                <a:spcPts val="1200"/>
              </a:spcBef>
              <a:spcAft>
                <a:spcPts val="0"/>
              </a:spcAft>
              <a:buClr>
                <a:schemeClr val="dk1"/>
              </a:buClr>
              <a:buSzPts val="2000"/>
              <a:buNone/>
            </a:pPr>
            <a:r>
              <a:t/>
            </a:r>
            <a:endParaRPr/>
          </a:p>
          <a:p>
            <a:pPr indent="-228600" lvl="0" marL="228600" rtl="0" algn="l">
              <a:lnSpc>
                <a:spcPct val="120000"/>
              </a:lnSpc>
              <a:spcBef>
                <a:spcPts val="1200"/>
              </a:spcBef>
              <a:spcAft>
                <a:spcPts val="0"/>
              </a:spcAft>
              <a:buClr>
                <a:schemeClr val="dk1"/>
              </a:buClr>
              <a:buSzPts val="2000"/>
              <a:buFont typeface="Arial"/>
              <a:buChar char="•"/>
            </a:pPr>
            <a:r>
              <a:rPr lang="en-US"/>
              <a:t>Transforming each word into a key-value pair (voc, 1)</a:t>
            </a:r>
            <a:endParaRPr/>
          </a:p>
          <a:p>
            <a:pPr indent="0" lvl="0" marL="0" rtl="0" algn="l">
              <a:lnSpc>
                <a:spcPct val="120000"/>
              </a:lnSpc>
              <a:spcBef>
                <a:spcPts val="1200"/>
              </a:spcBef>
              <a:spcAft>
                <a:spcPts val="0"/>
              </a:spcAft>
              <a:buClr>
                <a:schemeClr val="dk1"/>
              </a:buClr>
              <a:buSzPts val="2000"/>
              <a:buNone/>
            </a:pPr>
            <a:r>
              <a:rPr lang="en-US"/>
              <a:t>df.withColumn("word", f.explode("words"))</a:t>
            </a:r>
            <a:endParaRPr/>
          </a:p>
          <a:p>
            <a:pPr indent="0" lvl="0" marL="0" rtl="0" algn="l">
              <a:lnSpc>
                <a:spcPct val="120000"/>
              </a:lnSpc>
              <a:spcBef>
                <a:spcPts val="1200"/>
              </a:spcBef>
              <a:spcAft>
                <a:spcPts val="0"/>
              </a:spcAft>
              <a:buClr>
                <a:schemeClr val="dk1"/>
              </a:buClr>
              <a:buSzPts val="2000"/>
              <a:buNone/>
            </a:pPr>
            <a:r>
              <a:t/>
            </a:r>
            <a:endParaRPr/>
          </a:p>
        </p:txBody>
      </p:sp>
      <p:sp>
        <p:nvSpPr>
          <p:cNvPr id="914" name="Google Shape;914;p60"/>
          <p:cNvSpPr txBox="1"/>
          <p:nvPr>
            <p:ph idx="12" type="sldNum"/>
          </p:nvPr>
        </p:nvSpPr>
        <p:spPr>
          <a:xfrm>
            <a:off x="911352" y="6246622"/>
            <a:ext cx="2670048" cy="365125"/>
          </a:xfrm>
          <a:prstGeom prst="rect">
            <a:avLst/>
          </a:prstGeom>
          <a:noFill/>
          <a:ln>
            <a:noFill/>
          </a:ln>
        </p:spPr>
        <p:txBody>
          <a:bodyPr anchorCtr="0" anchor="ctr" bIns="121900" lIns="121900" spcFirstLastPara="1" rIns="121900" wrap="square" tIns="121900">
            <a:normAutofit fontScale="92500" lnSpcReduction="20000"/>
          </a:bodyPr>
          <a:lstStyle/>
          <a:p>
            <a:pPr indent="0" lvl="0" marL="0" rtl="0" algn="l">
              <a:lnSpc>
                <a:spcPct val="90000"/>
              </a:lnSpc>
              <a:spcBef>
                <a:spcPts val="0"/>
              </a:spcBef>
              <a:spcAft>
                <a:spcPts val="600"/>
              </a:spcAft>
              <a:buNone/>
            </a:pPr>
            <a:fld id="{00000000-1234-1234-1234-123412341234}" type="slidenum">
              <a:rPr lang="en-US" sz="400"/>
              <a:t>‹#›</a:t>
            </a:fld>
            <a:endParaRPr sz="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61"/>
          <p:cNvSpPr txBox="1"/>
          <p:nvPr>
            <p:ph type="title"/>
          </p:nvPr>
        </p:nvSpPr>
        <p:spPr>
          <a:xfrm>
            <a:off x="1624584" y="913766"/>
            <a:ext cx="8297380" cy="1326514"/>
          </a:xfrm>
          <a:prstGeom prst="rect">
            <a:avLst/>
          </a:prstGeom>
          <a:noFill/>
          <a:ln>
            <a:noFill/>
          </a:ln>
        </p:spPr>
        <p:txBody>
          <a:bodyPr anchorCtr="0" anchor="b" bIns="121900" lIns="121900" spcFirstLastPara="1" rIns="121900" wrap="square" tIns="121900">
            <a:normAutofit/>
          </a:bodyPr>
          <a:lstStyle/>
          <a:p>
            <a:pPr indent="0" lvl="0" marL="0" rtl="0" algn="l">
              <a:lnSpc>
                <a:spcPct val="90000"/>
              </a:lnSpc>
              <a:spcBef>
                <a:spcPts val="0"/>
              </a:spcBef>
              <a:spcAft>
                <a:spcPts val="0"/>
              </a:spcAft>
              <a:buClr>
                <a:schemeClr val="dk1"/>
              </a:buClr>
              <a:buSzPts val="2800"/>
              <a:buFont typeface="Arial"/>
              <a:buNone/>
            </a:pPr>
            <a:r>
              <a:rPr lang="en-US"/>
              <a:t>3. PARTITION AND SORT</a:t>
            </a:r>
            <a:endParaRPr/>
          </a:p>
        </p:txBody>
      </p:sp>
      <p:sp>
        <p:nvSpPr>
          <p:cNvPr id="920" name="Google Shape;920;p61"/>
          <p:cNvSpPr txBox="1"/>
          <p:nvPr>
            <p:ph idx="12" type="sldNum"/>
          </p:nvPr>
        </p:nvSpPr>
        <p:spPr>
          <a:xfrm>
            <a:off x="911352" y="6246622"/>
            <a:ext cx="2670048" cy="365125"/>
          </a:xfrm>
          <a:prstGeom prst="rect">
            <a:avLst/>
          </a:prstGeom>
          <a:noFill/>
          <a:ln>
            <a:noFill/>
          </a:ln>
        </p:spPr>
        <p:txBody>
          <a:bodyPr anchorCtr="0" anchor="ctr" bIns="121900" lIns="121900" spcFirstLastPara="1" rIns="121900" wrap="square" tIns="121900">
            <a:normAutofit fontScale="92500" lnSpcReduction="20000"/>
          </a:bodyPr>
          <a:lstStyle/>
          <a:p>
            <a:pPr indent="0" lvl="0" marL="0" rtl="0" algn="l">
              <a:lnSpc>
                <a:spcPct val="90000"/>
              </a:lnSpc>
              <a:spcBef>
                <a:spcPts val="0"/>
              </a:spcBef>
              <a:spcAft>
                <a:spcPts val="600"/>
              </a:spcAft>
              <a:buNone/>
            </a:pPr>
            <a:fld id="{00000000-1234-1234-1234-123412341234}" type="slidenum">
              <a:rPr lang="en-US" sz="400"/>
              <a:t>‹#›</a:t>
            </a:fld>
            <a:endParaRPr sz="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2"/>
          <p:cNvSpPr txBox="1"/>
          <p:nvPr>
            <p:ph type="title"/>
          </p:nvPr>
        </p:nvSpPr>
        <p:spPr>
          <a:xfrm>
            <a:off x="1624584" y="913766"/>
            <a:ext cx="8297380" cy="1326514"/>
          </a:xfrm>
          <a:prstGeom prst="rect">
            <a:avLst/>
          </a:prstGeom>
          <a:noFill/>
          <a:ln>
            <a:noFill/>
          </a:ln>
        </p:spPr>
        <p:txBody>
          <a:bodyPr anchorCtr="0" anchor="b" bIns="121900" lIns="121900" spcFirstLastPara="1" rIns="121900" wrap="square" tIns="121900">
            <a:normAutofit/>
          </a:bodyPr>
          <a:lstStyle/>
          <a:p>
            <a:pPr indent="0" lvl="0" marL="0" rtl="0" algn="l">
              <a:lnSpc>
                <a:spcPct val="90000"/>
              </a:lnSpc>
              <a:spcBef>
                <a:spcPts val="0"/>
              </a:spcBef>
              <a:spcAft>
                <a:spcPts val="0"/>
              </a:spcAft>
              <a:buClr>
                <a:schemeClr val="dk1"/>
              </a:buClr>
              <a:buSzPts val="2800"/>
              <a:buFont typeface="Arial"/>
              <a:buNone/>
            </a:pPr>
            <a:r>
              <a:rPr lang="en-US"/>
              <a:t>4. SHUFFLE/AGGREGATE /REDUCE</a:t>
            </a:r>
            <a:endParaRPr/>
          </a:p>
        </p:txBody>
      </p:sp>
      <p:sp>
        <p:nvSpPr>
          <p:cNvPr id="926" name="Google Shape;926;p62"/>
          <p:cNvSpPr txBox="1"/>
          <p:nvPr>
            <p:ph idx="12" type="sldNum"/>
          </p:nvPr>
        </p:nvSpPr>
        <p:spPr>
          <a:xfrm>
            <a:off x="911352" y="6246622"/>
            <a:ext cx="2670048" cy="365125"/>
          </a:xfrm>
          <a:prstGeom prst="rect">
            <a:avLst/>
          </a:prstGeom>
          <a:noFill/>
          <a:ln>
            <a:noFill/>
          </a:ln>
        </p:spPr>
        <p:txBody>
          <a:bodyPr anchorCtr="0" anchor="ctr" bIns="121900" lIns="121900" spcFirstLastPara="1" rIns="121900" wrap="square" tIns="121900">
            <a:normAutofit fontScale="92500" lnSpcReduction="20000"/>
          </a:bodyPr>
          <a:lstStyle/>
          <a:p>
            <a:pPr indent="0" lvl="0" marL="0" rtl="0" algn="l">
              <a:lnSpc>
                <a:spcPct val="90000"/>
              </a:lnSpc>
              <a:spcBef>
                <a:spcPts val="0"/>
              </a:spcBef>
              <a:spcAft>
                <a:spcPts val="600"/>
              </a:spcAft>
              <a:buNone/>
            </a:pPr>
            <a:fld id="{00000000-1234-1234-1234-123412341234}" type="slidenum">
              <a:rPr lang="en-US" sz="400"/>
              <a:t>‹#›</a:t>
            </a:fld>
            <a:endParaRPr sz="400"/>
          </a:p>
        </p:txBody>
      </p:sp>
      <p:sp>
        <p:nvSpPr>
          <p:cNvPr id="927" name="Google Shape;927;p62"/>
          <p:cNvSpPr txBox="1"/>
          <p:nvPr/>
        </p:nvSpPr>
        <p:spPr>
          <a:xfrm>
            <a:off x="1901952" y="3608324"/>
            <a:ext cx="6528816"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venir"/>
                <a:ea typeface="Avenir"/>
                <a:cs typeface="Avenir"/>
                <a:sym typeface="Avenir"/>
              </a:rPr>
              <a:t>Note that groupBy() typically cause a shuffle in order to aggregate the counts for each unique word</a:t>
            </a:r>
            <a:endParaRPr/>
          </a:p>
        </p:txBody>
      </p:sp>
      <p:sp>
        <p:nvSpPr>
          <p:cNvPr id="928" name="Google Shape;928;p62"/>
          <p:cNvSpPr txBox="1"/>
          <p:nvPr/>
        </p:nvSpPr>
        <p:spPr>
          <a:xfrm>
            <a:off x="1901949" y="2262700"/>
            <a:ext cx="77346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Avenir"/>
                <a:ea typeface="Avenir"/>
                <a:cs typeface="Avenir"/>
                <a:sym typeface="Avenir"/>
              </a:rPr>
              <a:t>.</a:t>
            </a:r>
            <a:r>
              <a:rPr lang="en-US" sz="3600">
                <a:solidFill>
                  <a:schemeClr val="dk1"/>
                </a:solidFill>
                <a:highlight>
                  <a:srgbClr val="F39837"/>
                </a:highlight>
                <a:latin typeface="Avenir"/>
                <a:ea typeface="Avenir"/>
                <a:cs typeface="Avenir"/>
                <a:sym typeface="Avenir"/>
              </a:rPr>
              <a:t>groupBy</a:t>
            </a:r>
            <a:r>
              <a:rPr lang="en-US" sz="3600">
                <a:solidFill>
                  <a:schemeClr val="dk1"/>
                </a:solidFill>
                <a:latin typeface="Avenir"/>
                <a:ea typeface="Avenir"/>
                <a:cs typeface="Avenir"/>
                <a:sym typeface="Avenir"/>
              </a:rPr>
              <a:t>("word") or reduceBy()???</a:t>
            </a:r>
            <a:endParaRPr/>
          </a:p>
          <a:p>
            <a:pPr indent="0" lvl="0" marL="0" marR="0" rtl="0" algn="l">
              <a:spcBef>
                <a:spcPts val="0"/>
              </a:spcBef>
              <a:spcAft>
                <a:spcPts val="0"/>
              </a:spcAft>
              <a:buNone/>
            </a:pPr>
            <a:r>
              <a:rPr lang="en-US" sz="3600">
                <a:solidFill>
                  <a:schemeClr val="dk1"/>
                </a:solidFill>
                <a:latin typeface="Avenir"/>
                <a:ea typeface="Avenir"/>
                <a:cs typeface="Avenir"/>
                <a:sym typeface="Avenir"/>
              </a:rPr>
              <a:t>.count()</a:t>
            </a: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type="title"/>
          </p:nvPr>
        </p:nvSpPr>
        <p:spPr>
          <a:xfrm>
            <a:off x="4625571" y="-9779"/>
            <a:ext cx="8297380" cy="1326514"/>
          </a:xfrm>
          <a:prstGeom prst="rect">
            <a:avLst/>
          </a:prstGeom>
          <a:noFill/>
          <a:ln>
            <a:noFill/>
          </a:ln>
        </p:spPr>
        <p:txBody>
          <a:bodyPr anchorCtr="0" anchor="b" bIns="121900" lIns="121900" spcFirstLastPara="1" rIns="121900" wrap="square" tIns="121900">
            <a:normAutofit/>
          </a:bodyPr>
          <a:lstStyle/>
          <a:p>
            <a:pPr indent="0" lvl="0" marL="0" rtl="0" algn="l">
              <a:lnSpc>
                <a:spcPct val="90000"/>
              </a:lnSpc>
              <a:spcBef>
                <a:spcPts val="0"/>
              </a:spcBef>
              <a:spcAft>
                <a:spcPts val="0"/>
              </a:spcAft>
              <a:buClr>
                <a:schemeClr val="dk1"/>
              </a:buClr>
              <a:buSzPts val="2800"/>
              <a:buFont typeface="Arial"/>
              <a:buNone/>
            </a:pPr>
            <a:r>
              <a:rPr lang="en-US"/>
              <a:t>5. OUTPUT</a:t>
            </a:r>
            <a:endParaRPr/>
          </a:p>
        </p:txBody>
      </p:sp>
      <p:sp>
        <p:nvSpPr>
          <p:cNvPr id="934" name="Google Shape;934;p63"/>
          <p:cNvSpPr txBox="1"/>
          <p:nvPr>
            <p:ph idx="12" type="sldNum"/>
          </p:nvPr>
        </p:nvSpPr>
        <p:spPr>
          <a:xfrm>
            <a:off x="911352" y="6246622"/>
            <a:ext cx="2670048" cy="365125"/>
          </a:xfrm>
          <a:prstGeom prst="rect">
            <a:avLst/>
          </a:prstGeom>
          <a:noFill/>
          <a:ln>
            <a:noFill/>
          </a:ln>
        </p:spPr>
        <p:txBody>
          <a:bodyPr anchorCtr="0" anchor="ctr" bIns="121900" lIns="121900" spcFirstLastPara="1" rIns="121900" wrap="square" tIns="121900">
            <a:normAutofit fontScale="92500" lnSpcReduction="20000"/>
          </a:bodyPr>
          <a:lstStyle/>
          <a:p>
            <a:pPr indent="0" lvl="0" marL="0" rtl="0" algn="l">
              <a:lnSpc>
                <a:spcPct val="90000"/>
              </a:lnSpc>
              <a:spcBef>
                <a:spcPts val="0"/>
              </a:spcBef>
              <a:spcAft>
                <a:spcPts val="600"/>
              </a:spcAft>
              <a:buNone/>
            </a:pPr>
            <a:fld id="{00000000-1234-1234-1234-123412341234}" type="slidenum">
              <a:rPr lang="en-US" sz="400"/>
              <a:t>‹#›</a:t>
            </a:fld>
            <a:endParaRPr sz="400"/>
          </a:p>
        </p:txBody>
      </p:sp>
      <p:pic>
        <p:nvPicPr>
          <p:cNvPr id="935" name="Google Shape;935;p63"/>
          <p:cNvPicPr preferRelativeResize="0"/>
          <p:nvPr/>
        </p:nvPicPr>
        <p:blipFill rotWithShape="1">
          <a:blip r:embed="rId3">
            <a:alphaModFix/>
          </a:blip>
          <a:srcRect b="0" l="0" r="0" t="0"/>
          <a:stretch/>
        </p:blipFill>
        <p:spPr>
          <a:xfrm>
            <a:off x="4876642" y="1534014"/>
            <a:ext cx="2286319" cy="4220164"/>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784"/>
              </a:srgbClr>
            </a:outerShdw>
          </a:effectLst>
        </p:spPr>
      </p:pic>
      <p:sp>
        <p:nvSpPr>
          <p:cNvPr id="936" name="Google Shape;936;p63"/>
          <p:cNvSpPr txBox="1"/>
          <p:nvPr/>
        </p:nvSpPr>
        <p:spPr>
          <a:xfrm>
            <a:off x="821667" y="1597382"/>
            <a:ext cx="4335549"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venir"/>
                <a:ea typeface="Avenir"/>
                <a:cs typeface="Avenir"/>
                <a:sym typeface="Avenir"/>
              </a:rPr>
              <a:t>from pyspark.sql import SparkSession</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from pyspark.sql import functions as f</a:t>
            </a:r>
            <a:endParaRPr/>
          </a:p>
          <a:p>
            <a:pPr indent="0" lvl="0" marL="0" marR="0" rtl="0" algn="l">
              <a:spcBef>
                <a:spcPts val="0"/>
              </a:spcBef>
              <a:spcAft>
                <a:spcPts val="0"/>
              </a:spcAft>
              <a:buNone/>
            </a:pPr>
            <a:r>
              <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Create a SparkSession</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spark = SparkSession.builder.getOrCreate()</a:t>
            </a:r>
            <a:endParaRPr/>
          </a:p>
          <a:p>
            <a:pPr indent="0" lvl="0" marL="0" marR="0" rtl="0" algn="l">
              <a:spcBef>
                <a:spcPts val="0"/>
              </a:spcBef>
              <a:spcAft>
                <a:spcPts val="0"/>
              </a:spcAft>
              <a:buNone/>
            </a:pPr>
            <a:r>
              <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Clear the Spark session</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spark.stop()</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spark = SparkSession.builder.getOrCreate()</a:t>
            </a:r>
            <a:endParaRPr/>
          </a:p>
          <a:p>
            <a:pPr indent="0" lvl="0" marL="0" marR="0" rtl="0" algn="l">
              <a:spcBef>
                <a:spcPts val="0"/>
              </a:spcBef>
              <a:spcAft>
                <a:spcPts val="0"/>
              </a:spcAft>
              <a:buNone/>
            </a:pPr>
            <a:r>
              <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Read the text file from HDFS</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hdfs_txt_file = '/mydata/HW6_Kowarsch.txt'</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df = spark.read.text(hdfs_txt_file)</a:t>
            </a:r>
            <a:endParaRPr/>
          </a:p>
          <a:p>
            <a:pPr indent="0" lvl="0" marL="0" marR="0" rtl="0" algn="l">
              <a:spcBef>
                <a:spcPts val="0"/>
              </a:spcBef>
              <a:spcAft>
                <a:spcPts val="0"/>
              </a:spcAft>
              <a:buNone/>
            </a:pPr>
            <a:r>
              <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Perform word count</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word_count = (df</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.select("value")</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.withColumn("words", f.split("value", " "))</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.select("words")</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.withColumn("word", f.explode("words"))</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.groupBy("word")</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.count()</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.orderBy("count", ascending=False))</a:t>
            </a:r>
            <a:endParaRPr/>
          </a:p>
          <a:p>
            <a:pPr indent="0" lvl="0" marL="0" marR="0" rtl="0" algn="l">
              <a:spcBef>
                <a:spcPts val="0"/>
              </a:spcBef>
              <a:spcAft>
                <a:spcPts val="0"/>
              </a:spcAft>
              <a:buNone/>
            </a:pPr>
            <a:r>
              <a:t/>
            </a:r>
            <a:endParaRPr sz="1000">
              <a:solidFill>
                <a:schemeClr val="dk1"/>
              </a:solidFill>
              <a:latin typeface="Avenir"/>
              <a:ea typeface="Avenir"/>
              <a:cs typeface="Avenir"/>
              <a:sym typeface="Aveni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 Display the results</a:t>
            </a:r>
            <a:endParaRPr/>
          </a:p>
          <a:p>
            <a:pPr indent="0" lvl="0" marL="0" marR="0" rtl="0" algn="l">
              <a:spcBef>
                <a:spcPts val="0"/>
              </a:spcBef>
              <a:spcAft>
                <a:spcPts val="0"/>
              </a:spcAft>
              <a:buNone/>
            </a:pPr>
            <a:r>
              <a:rPr lang="en-US" sz="1000">
                <a:solidFill>
                  <a:schemeClr val="dk1"/>
                </a:solidFill>
                <a:latin typeface="Avenir"/>
                <a:ea typeface="Avenir"/>
                <a:cs typeface="Avenir"/>
                <a:sym typeface="Avenir"/>
              </a:rPr>
              <a:t>word_count.show(n=20, truncate=False)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6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42" name="Google Shape;942;p64"/>
          <p:cNvSpPr txBox="1"/>
          <p:nvPr>
            <p:ph type="title"/>
          </p:nvPr>
        </p:nvSpPr>
        <p:spPr>
          <a:xfrm>
            <a:off x="1576555" y="2594045"/>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WHAT DID YOU LEARN ?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65"/>
          <p:cNvSpPr txBox="1"/>
          <p:nvPr>
            <p:ph type="ctrTitle"/>
          </p:nvPr>
        </p:nvSpPr>
        <p:spPr>
          <a:xfrm>
            <a:off x="6071616" y="960120"/>
            <a:ext cx="5221224" cy="305634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a:t>DAY 3</a:t>
            </a:r>
            <a:br>
              <a:rPr lang="en-US"/>
            </a:br>
            <a:br>
              <a:rPr lang="en-US"/>
            </a:br>
            <a:endParaRPr/>
          </a:p>
        </p:txBody>
      </p:sp>
      <p:sp>
        <p:nvSpPr>
          <p:cNvPr id="948" name="Google Shape;948;p65"/>
          <p:cNvSpPr txBox="1"/>
          <p:nvPr/>
        </p:nvSpPr>
        <p:spPr>
          <a:xfrm>
            <a:off x="6601968" y="4599432"/>
            <a:ext cx="47548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venir"/>
                <a:ea typeface="Avenir"/>
                <a:cs typeface="Avenir"/>
                <a:sym typeface="Avenir"/>
                <a:hlinkClick r:id="rId3">
                  <a:extLst>
                    <a:ext uri="{A12FA001-AC4F-418D-AE19-62706E023703}">
                      <ahyp:hlinkClr val="tx"/>
                    </a:ext>
                  </a:extLst>
                </a:hlinkClick>
              </a:rPr>
              <a:t>Advanced  MR Concepts and Hadoop 2.0</a:t>
            </a:r>
            <a:endParaRPr sz="1800">
              <a:solidFill>
                <a:schemeClr val="dk1"/>
              </a:solidFill>
              <a:latin typeface="Avenir"/>
              <a:ea typeface="Avenir"/>
              <a:cs typeface="Avenir"/>
              <a:sym typeface="Aveni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2df01323378_0_69"/>
          <p:cNvSpPr txBox="1"/>
          <p:nvPr>
            <p:ph type="title"/>
          </p:nvPr>
        </p:nvSpPr>
        <p:spPr>
          <a:xfrm>
            <a:off x="893064" y="72518"/>
            <a:ext cx="8297400" cy="1326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Limitations of Hadoop (1)</a:t>
            </a:r>
            <a:endParaRPr/>
          </a:p>
        </p:txBody>
      </p:sp>
      <p:sp>
        <p:nvSpPr>
          <p:cNvPr id="955" name="Google Shape;955;g2df01323378_0_69"/>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956" name="Google Shape;956;g2df01323378_0_69"/>
          <p:cNvPicPr preferRelativeResize="0"/>
          <p:nvPr/>
        </p:nvPicPr>
        <p:blipFill rotWithShape="1">
          <a:blip r:embed="rId3">
            <a:alphaModFix/>
          </a:blip>
          <a:srcRect b="51585" l="0" r="0" t="0"/>
          <a:stretch/>
        </p:blipFill>
        <p:spPr>
          <a:xfrm>
            <a:off x="1039300" y="1962425"/>
            <a:ext cx="8955000" cy="35335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2df01323378_0_7"/>
          <p:cNvSpPr txBox="1"/>
          <p:nvPr>
            <p:ph type="title"/>
          </p:nvPr>
        </p:nvSpPr>
        <p:spPr>
          <a:xfrm>
            <a:off x="893064" y="72518"/>
            <a:ext cx="8297400" cy="1326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Hadoop 1 vs. Hadoop 2</a:t>
            </a:r>
            <a:endParaRPr/>
          </a:p>
        </p:txBody>
      </p:sp>
      <p:sp>
        <p:nvSpPr>
          <p:cNvPr id="963" name="Google Shape;963;g2df01323378_0_7"/>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graphicFrame>
        <p:nvGraphicFramePr>
          <p:cNvPr id="964" name="Google Shape;964;g2df01323378_0_7"/>
          <p:cNvGraphicFramePr/>
          <p:nvPr/>
        </p:nvGraphicFramePr>
        <p:xfrm>
          <a:off x="952500" y="2857500"/>
          <a:ext cx="3000000" cy="3000000"/>
        </p:xfrm>
        <a:graphic>
          <a:graphicData uri="http://schemas.openxmlformats.org/drawingml/2006/table">
            <a:tbl>
              <a:tblPr>
                <a:noFill/>
                <a:tableStyleId>{0EFA341F-C6B5-4782-B749-4FF688350585}</a:tableStyleId>
              </a:tblPr>
              <a:tblGrid>
                <a:gridCol w="2095500"/>
                <a:gridCol w="2540850"/>
              </a:tblGrid>
              <a:tr h="381000">
                <a:tc>
                  <a:txBody>
                    <a:bodyPr/>
                    <a:lstStyle/>
                    <a:p>
                      <a:pPr indent="0" lvl="0" marL="0" rtl="0" algn="l">
                        <a:spcBef>
                          <a:spcPts val="0"/>
                        </a:spcBef>
                        <a:spcAft>
                          <a:spcPts val="0"/>
                        </a:spcAft>
                        <a:buNone/>
                      </a:pPr>
                      <a:r>
                        <a:rPr lang="en-US"/>
                        <a:t>Hadoop 1</a:t>
                      </a:r>
                      <a:endParaRPr/>
                    </a:p>
                  </a:txBody>
                  <a:tcPr marT="91425" marB="91425" marR="91425" marL="91425">
                    <a:solidFill>
                      <a:schemeClr val="accent1"/>
                    </a:solidFill>
                  </a:tcPr>
                </a:tc>
                <a:tc>
                  <a:txBody>
                    <a:bodyPr/>
                    <a:lstStyle/>
                    <a:p>
                      <a:pPr indent="0" lvl="0" marL="0" rtl="0" algn="l">
                        <a:spcBef>
                          <a:spcPts val="0"/>
                        </a:spcBef>
                        <a:spcAft>
                          <a:spcPts val="0"/>
                        </a:spcAft>
                        <a:buNone/>
                      </a:pPr>
                      <a:r>
                        <a:rPr lang="en-US"/>
                        <a:t>Hadoop 2</a:t>
                      </a:r>
                      <a:endParaRPr/>
                    </a:p>
                  </a:txBody>
                  <a:tcPr marT="91425" marB="91425" marR="91425" marL="91425">
                    <a:solidFill>
                      <a:schemeClr val="accent1"/>
                    </a:solidFill>
                  </a:tcPr>
                </a:tc>
              </a:tr>
              <a:tr h="381000">
                <a:tc>
                  <a:txBody>
                    <a:bodyPr/>
                    <a:lstStyle/>
                    <a:p>
                      <a:pPr indent="0" lvl="0" marL="0" rtl="0" algn="l">
                        <a:spcBef>
                          <a:spcPts val="0"/>
                        </a:spcBef>
                        <a:spcAft>
                          <a:spcPts val="0"/>
                        </a:spcAft>
                        <a:buNone/>
                      </a:pPr>
                      <a:r>
                        <a:rPr lang="en-US"/>
                        <a:t>HDFS</a:t>
                      </a:r>
                      <a:endParaRPr/>
                    </a:p>
                  </a:txBody>
                  <a:tcPr marT="91425" marB="91425" marR="91425" marL="91425"/>
                </a:tc>
                <a:tc>
                  <a:txBody>
                    <a:bodyPr/>
                    <a:lstStyle/>
                    <a:p>
                      <a:pPr indent="0" lvl="0" marL="0" rtl="0" algn="l">
                        <a:spcBef>
                          <a:spcPts val="0"/>
                        </a:spcBef>
                        <a:spcAft>
                          <a:spcPts val="0"/>
                        </a:spcAft>
                        <a:buNone/>
                      </a:pPr>
                      <a:r>
                        <a:rPr lang="en-US"/>
                        <a:t>HDFS</a:t>
                      </a:r>
                      <a:endParaRPr/>
                    </a:p>
                  </a:txBody>
                  <a:tcPr marT="91425" marB="91425" marR="91425" marL="91425"/>
                </a:tc>
              </a:tr>
              <a:tr h="381000">
                <a:tc>
                  <a:txBody>
                    <a:bodyPr/>
                    <a:lstStyle/>
                    <a:p>
                      <a:pPr indent="0" lvl="0" marL="0" rtl="0" algn="l">
                        <a:spcBef>
                          <a:spcPts val="0"/>
                        </a:spcBef>
                        <a:spcAft>
                          <a:spcPts val="0"/>
                        </a:spcAft>
                        <a:buNone/>
                      </a:pPr>
                      <a:r>
                        <a:rPr lang="en-US"/>
                        <a:t>MR</a:t>
                      </a:r>
                      <a:endParaRPr/>
                    </a:p>
                  </a:txBody>
                  <a:tcPr marT="91425" marB="91425" marR="91425" marL="91425"/>
                </a:tc>
                <a:tc>
                  <a:txBody>
                    <a:bodyPr/>
                    <a:lstStyle/>
                    <a:p>
                      <a:pPr indent="0" lvl="0" marL="0" rtl="0" algn="l">
                        <a:spcBef>
                          <a:spcPts val="0"/>
                        </a:spcBef>
                        <a:spcAft>
                          <a:spcPts val="0"/>
                        </a:spcAft>
                        <a:buNone/>
                      </a:pPr>
                      <a:r>
                        <a:rPr lang="en-US"/>
                        <a:t>YARN &amp; MR v2</a:t>
                      </a:r>
                      <a:endParaRPr/>
                    </a:p>
                  </a:txBody>
                  <a:tcPr marT="91425" marB="91425" marR="91425" marL="91425"/>
                </a:tc>
              </a:tr>
            </a:tbl>
          </a:graphicData>
        </a:graphic>
      </p:graphicFrame>
      <p:sp>
        <p:nvSpPr>
          <p:cNvPr id="965" name="Google Shape;965;g2df01323378_0_7"/>
          <p:cNvSpPr txBox="1"/>
          <p:nvPr/>
        </p:nvSpPr>
        <p:spPr>
          <a:xfrm>
            <a:off x="893075" y="1716563"/>
            <a:ext cx="6945900" cy="8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Avenir"/>
                <a:ea typeface="Avenir"/>
                <a:cs typeface="Avenir"/>
                <a:sym typeface="Avenir"/>
              </a:rPr>
              <a:t>YARN: yet another resource negotiator</a:t>
            </a:r>
            <a:endParaRPr sz="2800">
              <a:solidFill>
                <a:schemeClr val="dk1"/>
              </a:solidFill>
              <a:latin typeface="Avenir"/>
              <a:ea typeface="Avenir"/>
              <a:cs typeface="Avenir"/>
              <a:sym typeface="Aveni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2df01323378_0_49"/>
          <p:cNvSpPr txBox="1"/>
          <p:nvPr>
            <p:ph idx="12" type="sldNum"/>
          </p:nvPr>
        </p:nvSpPr>
        <p:spPr>
          <a:xfrm>
            <a:off x="911352" y="6246622"/>
            <a:ext cx="26700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71" name="Google Shape;971;g2df01323378_0_49"/>
          <p:cNvSpPr txBox="1"/>
          <p:nvPr/>
        </p:nvSpPr>
        <p:spPr>
          <a:xfrm>
            <a:off x="1408450" y="1954950"/>
            <a:ext cx="9542400" cy="29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Avenir"/>
                <a:ea typeface="Avenir"/>
                <a:cs typeface="Avenir"/>
                <a:sym typeface="Avenir"/>
              </a:rPr>
              <a:t>YARN</a:t>
            </a:r>
            <a:endParaRPr sz="2800">
              <a:solidFill>
                <a:schemeClr val="dk1"/>
              </a:solidFill>
              <a:latin typeface="Avenir"/>
              <a:ea typeface="Avenir"/>
              <a:cs typeface="Avenir"/>
              <a:sym typeface="Avenir"/>
            </a:endParaRPr>
          </a:p>
          <a:p>
            <a:pPr indent="0" lvl="0" marL="0" rtl="0" algn="l">
              <a:spcBef>
                <a:spcPts val="0"/>
              </a:spcBef>
              <a:spcAft>
                <a:spcPts val="0"/>
              </a:spcAft>
              <a:buNone/>
            </a:pPr>
            <a:r>
              <a:rPr lang="en-US" sz="2800">
                <a:solidFill>
                  <a:schemeClr val="dk1"/>
                </a:solidFill>
                <a:latin typeface="Avenir"/>
                <a:ea typeface="Avenir"/>
                <a:cs typeface="Avenir"/>
                <a:sym typeface="Avenir"/>
              </a:rPr>
              <a:t>Yet Another Resource </a:t>
            </a:r>
            <a:r>
              <a:rPr lang="en-US" sz="2800">
                <a:solidFill>
                  <a:schemeClr val="dk1"/>
                </a:solidFill>
                <a:latin typeface="Avenir"/>
                <a:ea typeface="Avenir"/>
                <a:cs typeface="Avenir"/>
                <a:sym typeface="Avenir"/>
              </a:rPr>
              <a:t>Negotiator</a:t>
            </a:r>
            <a:endParaRPr sz="2800">
              <a:solidFill>
                <a:schemeClr val="dk1"/>
              </a:solidFill>
              <a:latin typeface="Avenir"/>
              <a:ea typeface="Avenir"/>
              <a:cs typeface="Avenir"/>
              <a:sym typeface="Avenir"/>
            </a:endParaRPr>
          </a:p>
          <a:p>
            <a:pPr indent="0" lvl="0" marL="0" rtl="0" algn="l">
              <a:spcBef>
                <a:spcPts val="0"/>
              </a:spcBef>
              <a:spcAft>
                <a:spcPts val="0"/>
              </a:spcAft>
              <a:buNone/>
            </a:pPr>
            <a:r>
              <a:t/>
            </a:r>
            <a:endParaRPr sz="2800">
              <a:solidFill>
                <a:schemeClr val="dk1"/>
              </a:solidFill>
              <a:latin typeface="Avenir"/>
              <a:ea typeface="Avenir"/>
              <a:cs typeface="Avenir"/>
              <a:sym typeface="Avenir"/>
            </a:endParaRPr>
          </a:p>
          <a:p>
            <a:pPr indent="0" lvl="0" marL="0" rtl="0" algn="l">
              <a:spcBef>
                <a:spcPts val="0"/>
              </a:spcBef>
              <a:spcAft>
                <a:spcPts val="0"/>
              </a:spcAft>
              <a:buNone/>
            </a:pPr>
            <a:r>
              <a:rPr lang="en-US" sz="2100">
                <a:solidFill>
                  <a:schemeClr val="dk1"/>
                </a:solidFill>
                <a:latin typeface="Avenir"/>
                <a:ea typeface="Avenir"/>
                <a:cs typeface="Avenir"/>
                <a:sym typeface="Avenir"/>
              </a:rPr>
              <a:t>YARN provides a more generalized and flexible system for managing resources and scheduling jobs within a Hadoop cluster</a:t>
            </a:r>
            <a:endParaRPr sz="2100">
              <a:solidFill>
                <a:schemeClr val="dk1"/>
              </a:solidFill>
              <a:latin typeface="Avenir"/>
              <a:ea typeface="Avenir"/>
              <a:cs typeface="Avenir"/>
              <a:sym typeface="Aveni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2df01323378_0_14"/>
          <p:cNvSpPr txBox="1"/>
          <p:nvPr>
            <p:ph type="title"/>
          </p:nvPr>
        </p:nvSpPr>
        <p:spPr>
          <a:xfrm>
            <a:off x="893064" y="72518"/>
            <a:ext cx="8297400" cy="1326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Working:</a:t>
            </a:r>
            <a:endParaRPr/>
          </a:p>
        </p:txBody>
      </p:sp>
      <p:sp>
        <p:nvSpPr>
          <p:cNvPr id="978" name="Google Shape;978;g2df01323378_0_14"/>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979" name="Google Shape;979;g2df01323378_0_14"/>
          <p:cNvPicPr preferRelativeResize="0"/>
          <p:nvPr/>
        </p:nvPicPr>
        <p:blipFill>
          <a:blip r:embed="rId3">
            <a:alphaModFix/>
          </a:blip>
          <a:stretch>
            <a:fillRect/>
          </a:stretch>
        </p:blipFill>
        <p:spPr>
          <a:xfrm>
            <a:off x="1961500" y="1475327"/>
            <a:ext cx="7228964" cy="4695100"/>
          </a:xfrm>
          <a:prstGeom prst="rect">
            <a:avLst/>
          </a:prstGeom>
          <a:noFill/>
          <a:ln>
            <a:noFill/>
          </a:ln>
        </p:spPr>
      </p:pic>
      <p:sp>
        <p:nvSpPr>
          <p:cNvPr id="980" name="Google Shape;980;g2df01323378_0_14"/>
          <p:cNvSpPr txBox="1"/>
          <p:nvPr/>
        </p:nvSpPr>
        <p:spPr>
          <a:xfrm>
            <a:off x="2311475" y="6246625"/>
            <a:ext cx="68790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Avenir"/>
                <a:ea typeface="Avenir"/>
                <a:cs typeface="Avenir"/>
                <a:sym typeface="Avenir"/>
              </a:rPr>
              <a:t>https://www.geeksforgeeks.org/difference-between-hadoop-1-and-hadoop-2/</a:t>
            </a:r>
            <a:endParaRPr sz="1500">
              <a:solidFill>
                <a:schemeClr val="dk1"/>
              </a:solidFill>
              <a:latin typeface="Avenir"/>
              <a:ea typeface="Avenir"/>
              <a:cs typeface="Avenir"/>
              <a:sym typeface="Aveni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2df01323378_0_33"/>
          <p:cNvSpPr txBox="1"/>
          <p:nvPr>
            <p:ph idx="1" type="body"/>
          </p:nvPr>
        </p:nvSpPr>
        <p:spPr>
          <a:xfrm>
            <a:off x="879731" y="2076415"/>
            <a:ext cx="8324100" cy="3492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Hadoop 1: one master and multiple slaves</a:t>
            </a:r>
            <a:endParaRPr/>
          </a:p>
          <a:p>
            <a:pPr indent="0" lvl="0" marL="0" rtl="0" algn="l">
              <a:spcBef>
                <a:spcPts val="1200"/>
              </a:spcBef>
              <a:spcAft>
                <a:spcPts val="1200"/>
              </a:spcAft>
              <a:buNone/>
            </a:pPr>
            <a:r>
              <a:rPr lang="en-US"/>
              <a:t>Hadoop 2: multiple master nodes (namenodes and standby namenodes) and multiple slaves</a:t>
            </a:r>
            <a:endParaRPr/>
          </a:p>
        </p:txBody>
      </p:sp>
      <p:sp>
        <p:nvSpPr>
          <p:cNvPr id="987" name="Google Shape;987;g2df01323378_0_33"/>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2df01323378_0_24"/>
          <p:cNvSpPr txBox="1"/>
          <p:nvPr>
            <p:ph type="title"/>
          </p:nvPr>
        </p:nvSpPr>
        <p:spPr>
          <a:xfrm>
            <a:off x="893064" y="72518"/>
            <a:ext cx="8297400" cy="1326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Daemons:</a:t>
            </a:r>
            <a:endParaRPr/>
          </a:p>
        </p:txBody>
      </p:sp>
      <p:sp>
        <p:nvSpPr>
          <p:cNvPr id="994" name="Google Shape;994;g2df01323378_0_24"/>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995" name="Google Shape;995;g2df01323378_0_24"/>
          <p:cNvGraphicFramePr/>
          <p:nvPr/>
        </p:nvGraphicFramePr>
        <p:xfrm>
          <a:off x="1036125" y="1935600"/>
          <a:ext cx="3000000" cy="3000000"/>
        </p:xfrm>
        <a:graphic>
          <a:graphicData uri="http://schemas.openxmlformats.org/drawingml/2006/table">
            <a:tbl>
              <a:tblPr>
                <a:noFill/>
                <a:tableStyleId>{0EFA341F-C6B5-4782-B749-4FF688350585}</a:tableStyleId>
              </a:tblPr>
              <a:tblGrid>
                <a:gridCol w="2935975"/>
                <a:gridCol w="3329275"/>
              </a:tblGrid>
              <a:tr h="477600">
                <a:tc>
                  <a:txBody>
                    <a:bodyPr/>
                    <a:lstStyle/>
                    <a:p>
                      <a:pPr indent="0" lvl="0" marL="0" rtl="0" algn="l">
                        <a:spcBef>
                          <a:spcPts val="0"/>
                        </a:spcBef>
                        <a:spcAft>
                          <a:spcPts val="0"/>
                        </a:spcAft>
                        <a:buNone/>
                      </a:pPr>
                      <a:r>
                        <a:rPr lang="en-US"/>
                        <a:t>Hadoop 1</a:t>
                      </a:r>
                      <a:endParaRPr/>
                    </a:p>
                  </a:txBody>
                  <a:tcPr marT="91425" marB="91425" marR="91425" marL="91425">
                    <a:solidFill>
                      <a:schemeClr val="accent1"/>
                    </a:solidFill>
                  </a:tcPr>
                </a:tc>
                <a:tc>
                  <a:txBody>
                    <a:bodyPr/>
                    <a:lstStyle/>
                    <a:p>
                      <a:pPr indent="0" lvl="0" marL="0" rtl="0" algn="l">
                        <a:spcBef>
                          <a:spcPts val="0"/>
                        </a:spcBef>
                        <a:spcAft>
                          <a:spcPts val="0"/>
                        </a:spcAft>
                        <a:buNone/>
                      </a:pPr>
                      <a:r>
                        <a:rPr lang="en-US"/>
                        <a:t>Hadoop 2</a:t>
                      </a:r>
                      <a:endParaRPr/>
                    </a:p>
                  </a:txBody>
                  <a:tcPr marT="91425" marB="91425" marR="91425" marL="91425">
                    <a:solidFill>
                      <a:schemeClr val="accent1"/>
                    </a:solidFill>
                  </a:tcPr>
                </a:tc>
              </a:tr>
              <a:tr h="477600">
                <a:tc>
                  <a:txBody>
                    <a:bodyPr/>
                    <a:lstStyle/>
                    <a:p>
                      <a:pPr indent="0" lvl="0" marL="0" rtl="0" algn="l">
                        <a:spcBef>
                          <a:spcPts val="0"/>
                        </a:spcBef>
                        <a:spcAft>
                          <a:spcPts val="0"/>
                        </a:spcAft>
                        <a:buNone/>
                      </a:pPr>
                      <a:r>
                        <a:rPr lang="en-US"/>
                        <a:t>Namenode</a:t>
                      </a:r>
                      <a:endParaRPr/>
                    </a:p>
                  </a:txBody>
                  <a:tcPr marT="91425" marB="91425" marR="91425" marL="91425"/>
                </a:tc>
                <a:tc>
                  <a:txBody>
                    <a:bodyPr/>
                    <a:lstStyle/>
                    <a:p>
                      <a:pPr indent="0" lvl="0" marL="0" rtl="0" algn="l">
                        <a:spcBef>
                          <a:spcPts val="0"/>
                        </a:spcBef>
                        <a:spcAft>
                          <a:spcPts val="0"/>
                        </a:spcAft>
                        <a:buNone/>
                      </a:pPr>
                      <a:r>
                        <a:rPr lang="en-US"/>
                        <a:t>Namenode</a:t>
                      </a:r>
                      <a:endParaRPr/>
                    </a:p>
                  </a:txBody>
                  <a:tcPr marT="91425" marB="91425" marR="91425" marL="91425"/>
                </a:tc>
              </a:tr>
              <a:tr h="477600">
                <a:tc>
                  <a:txBody>
                    <a:bodyPr/>
                    <a:lstStyle/>
                    <a:p>
                      <a:pPr indent="0" lvl="0" marL="0" rtl="0" algn="l">
                        <a:spcBef>
                          <a:spcPts val="0"/>
                        </a:spcBef>
                        <a:spcAft>
                          <a:spcPts val="0"/>
                        </a:spcAft>
                        <a:buNone/>
                      </a:pPr>
                      <a:r>
                        <a:rPr lang="en-US"/>
                        <a:t>Datanode</a:t>
                      </a:r>
                      <a:endParaRPr/>
                    </a:p>
                  </a:txBody>
                  <a:tcPr marT="91425" marB="91425" marR="91425" marL="91425"/>
                </a:tc>
                <a:tc>
                  <a:txBody>
                    <a:bodyPr/>
                    <a:lstStyle/>
                    <a:p>
                      <a:pPr indent="0" lvl="0" marL="0" rtl="0" algn="l">
                        <a:spcBef>
                          <a:spcPts val="0"/>
                        </a:spcBef>
                        <a:spcAft>
                          <a:spcPts val="0"/>
                        </a:spcAft>
                        <a:buNone/>
                      </a:pPr>
                      <a:r>
                        <a:rPr lang="en-US"/>
                        <a:t>Datanode</a:t>
                      </a:r>
                      <a:endParaRPr/>
                    </a:p>
                  </a:txBody>
                  <a:tcPr marT="91425" marB="91425" marR="91425" marL="91425"/>
                </a:tc>
              </a:tr>
              <a:tr h="477600">
                <a:tc>
                  <a:txBody>
                    <a:bodyPr/>
                    <a:lstStyle/>
                    <a:p>
                      <a:pPr indent="0" lvl="0" marL="0" rtl="0" algn="l">
                        <a:spcBef>
                          <a:spcPts val="0"/>
                        </a:spcBef>
                        <a:spcAft>
                          <a:spcPts val="0"/>
                        </a:spcAft>
                        <a:buNone/>
                      </a:pPr>
                      <a:r>
                        <a:rPr lang="en-US"/>
                        <a:t>Sec Namenode</a:t>
                      </a:r>
                      <a:endParaRPr/>
                    </a:p>
                  </a:txBody>
                  <a:tcPr marT="91425" marB="91425" marR="91425" marL="91425"/>
                </a:tc>
                <a:tc>
                  <a:txBody>
                    <a:bodyPr/>
                    <a:lstStyle/>
                    <a:p>
                      <a:pPr indent="0" lvl="0" marL="0" rtl="0" algn="l">
                        <a:spcBef>
                          <a:spcPts val="0"/>
                        </a:spcBef>
                        <a:spcAft>
                          <a:spcPts val="0"/>
                        </a:spcAft>
                        <a:buNone/>
                      </a:pPr>
                      <a:r>
                        <a:rPr lang="en-US"/>
                        <a:t>Sec Namenode</a:t>
                      </a:r>
                      <a:endParaRPr/>
                    </a:p>
                  </a:txBody>
                  <a:tcPr marT="91425" marB="91425" marR="91425" marL="91425"/>
                </a:tc>
              </a:tr>
              <a:tr h="477600">
                <a:tc>
                  <a:txBody>
                    <a:bodyPr/>
                    <a:lstStyle/>
                    <a:p>
                      <a:pPr indent="0" lvl="0" marL="0" rtl="0" algn="l">
                        <a:spcBef>
                          <a:spcPts val="0"/>
                        </a:spcBef>
                        <a:spcAft>
                          <a:spcPts val="0"/>
                        </a:spcAft>
                        <a:buNone/>
                      </a:pPr>
                      <a:r>
                        <a:rPr lang="en-US"/>
                        <a:t>Job Tracker</a:t>
                      </a:r>
                      <a:endParaRPr/>
                    </a:p>
                  </a:txBody>
                  <a:tcPr marT="91425" marB="91425" marR="91425" marL="91425"/>
                </a:tc>
                <a:tc>
                  <a:txBody>
                    <a:bodyPr/>
                    <a:lstStyle/>
                    <a:p>
                      <a:pPr indent="0" lvl="0" marL="0" rtl="0" algn="l">
                        <a:spcBef>
                          <a:spcPts val="0"/>
                        </a:spcBef>
                        <a:spcAft>
                          <a:spcPts val="0"/>
                        </a:spcAft>
                        <a:buNone/>
                      </a:pPr>
                      <a:r>
                        <a:rPr lang="en-US"/>
                        <a:t>Resource Manager</a:t>
                      </a:r>
                      <a:endParaRPr/>
                    </a:p>
                  </a:txBody>
                  <a:tcPr marT="91425" marB="91425" marR="91425" marL="91425"/>
                </a:tc>
              </a:tr>
              <a:tr h="477600">
                <a:tc>
                  <a:txBody>
                    <a:bodyPr/>
                    <a:lstStyle/>
                    <a:p>
                      <a:pPr indent="0" lvl="0" marL="0" rtl="0" algn="l">
                        <a:spcBef>
                          <a:spcPts val="0"/>
                        </a:spcBef>
                        <a:spcAft>
                          <a:spcPts val="0"/>
                        </a:spcAft>
                        <a:buNone/>
                      </a:pPr>
                      <a:r>
                        <a:rPr lang="en-US"/>
                        <a:t>Task Tracker</a:t>
                      </a:r>
                      <a:endParaRPr/>
                    </a:p>
                  </a:txBody>
                  <a:tcPr marT="91425" marB="91425" marR="91425" marL="91425"/>
                </a:tc>
                <a:tc>
                  <a:txBody>
                    <a:bodyPr/>
                    <a:lstStyle/>
                    <a:p>
                      <a:pPr indent="0" lvl="0" marL="0" rtl="0" algn="l">
                        <a:spcBef>
                          <a:spcPts val="0"/>
                        </a:spcBef>
                        <a:spcAft>
                          <a:spcPts val="0"/>
                        </a:spcAft>
                        <a:buNone/>
                      </a:pPr>
                      <a:r>
                        <a:rPr lang="en-US"/>
                        <a:t>Node Manager</a:t>
                      </a:r>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2df01323378_0_40"/>
          <p:cNvSpPr txBox="1"/>
          <p:nvPr>
            <p:ph idx="1" type="body"/>
          </p:nvPr>
        </p:nvSpPr>
        <p:spPr>
          <a:xfrm>
            <a:off x="865631" y="2072640"/>
            <a:ext cx="8324100" cy="3492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Hadoop 1: No windows</a:t>
            </a:r>
            <a:endParaRPr/>
          </a:p>
          <a:p>
            <a:pPr indent="0" lvl="0" marL="0" rtl="0" algn="l">
              <a:spcBef>
                <a:spcPts val="1200"/>
              </a:spcBef>
              <a:spcAft>
                <a:spcPts val="1200"/>
              </a:spcAft>
              <a:buNone/>
            </a:pPr>
            <a:r>
              <a:rPr lang="en-US"/>
              <a:t>Hadoop 2: yes </a:t>
            </a:r>
            <a:endParaRPr/>
          </a:p>
        </p:txBody>
      </p:sp>
      <p:sp>
        <p:nvSpPr>
          <p:cNvPr id="1002" name="Google Shape;1002;g2df01323378_0_40"/>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2df01323378_0_82"/>
          <p:cNvSpPr txBox="1"/>
          <p:nvPr>
            <p:ph idx="12" type="sldNum"/>
          </p:nvPr>
        </p:nvSpPr>
        <p:spPr>
          <a:xfrm>
            <a:off x="911352" y="6246622"/>
            <a:ext cx="26700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008" name="Google Shape;1008;g2df01323378_0_82"/>
          <p:cNvPicPr preferRelativeResize="0"/>
          <p:nvPr/>
        </p:nvPicPr>
        <p:blipFill>
          <a:blip r:embed="rId3">
            <a:alphaModFix/>
          </a:blip>
          <a:stretch>
            <a:fillRect/>
          </a:stretch>
        </p:blipFill>
        <p:spPr>
          <a:xfrm>
            <a:off x="914400" y="299325"/>
            <a:ext cx="8229599" cy="636179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2df01323378_0_77"/>
          <p:cNvSpPr txBox="1"/>
          <p:nvPr>
            <p:ph idx="12" type="sldNum"/>
          </p:nvPr>
        </p:nvSpPr>
        <p:spPr>
          <a:xfrm>
            <a:off x="911352" y="6246622"/>
            <a:ext cx="26700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014" name="Google Shape;1014;g2df01323378_0_77"/>
          <p:cNvPicPr preferRelativeResize="0"/>
          <p:nvPr/>
        </p:nvPicPr>
        <p:blipFill>
          <a:blip r:embed="rId3">
            <a:alphaModFix/>
          </a:blip>
          <a:stretch>
            <a:fillRect/>
          </a:stretch>
        </p:blipFill>
        <p:spPr>
          <a:xfrm>
            <a:off x="1427275" y="152400"/>
            <a:ext cx="7956526" cy="64593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68"/>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t>HADOOP AND SPARK</a:t>
            </a:r>
            <a:endParaRPr/>
          </a:p>
        </p:txBody>
      </p:sp>
      <p:sp>
        <p:nvSpPr>
          <p:cNvPr id="1020" name="Google Shape;1020;p68"/>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1021" name="Google Shape;1021;p68"/>
          <p:cNvGraphicFramePr/>
          <p:nvPr/>
        </p:nvGraphicFramePr>
        <p:xfrm>
          <a:off x="893064" y="1873504"/>
          <a:ext cx="3000000" cy="3000000"/>
        </p:xfrm>
        <a:graphic>
          <a:graphicData uri="http://schemas.openxmlformats.org/drawingml/2006/table">
            <a:tbl>
              <a:tblPr bandRow="1" firstRow="1">
                <a:noFill/>
                <a:tableStyleId>{08063F8F-21B7-47D9-B03B-D20A765DDA84}</a:tableStyleId>
              </a:tblPr>
              <a:tblGrid>
                <a:gridCol w="4280925"/>
                <a:gridCol w="4280925"/>
              </a:tblGrid>
              <a:tr h="542250">
                <a:tc>
                  <a:txBody>
                    <a:bodyPr/>
                    <a:lstStyle/>
                    <a:p>
                      <a:pPr indent="0" lvl="0" marL="0" marR="0" rtl="0" algn="l">
                        <a:spcBef>
                          <a:spcPts val="0"/>
                        </a:spcBef>
                        <a:spcAft>
                          <a:spcPts val="0"/>
                        </a:spcAft>
                        <a:buNone/>
                      </a:pPr>
                      <a:r>
                        <a:rPr lang="en-US" sz="1800"/>
                        <a:t>Hadoop</a:t>
                      </a:r>
                      <a:endParaRPr/>
                    </a:p>
                  </a:txBody>
                  <a:tcPr marT="45725" marB="45725" marR="91450" marL="91450"/>
                </a:tc>
                <a:tc>
                  <a:txBody>
                    <a:bodyPr/>
                    <a:lstStyle/>
                    <a:p>
                      <a:pPr indent="0" lvl="0" marL="0" marR="0" rtl="0" algn="l">
                        <a:spcBef>
                          <a:spcPts val="0"/>
                        </a:spcBef>
                        <a:spcAft>
                          <a:spcPts val="0"/>
                        </a:spcAft>
                        <a:buNone/>
                      </a:pPr>
                      <a:r>
                        <a:rPr lang="en-US" sz="1800"/>
                        <a:t>Spark</a:t>
                      </a:r>
                      <a:endParaRPr/>
                    </a:p>
                  </a:txBody>
                  <a:tcPr marT="45725" marB="45725" marR="91450" marL="91450"/>
                </a:tc>
              </a:tr>
              <a:tr h="1337075">
                <a:tc>
                  <a:txBody>
                    <a:bodyPr/>
                    <a:lstStyle/>
                    <a:p>
                      <a:pPr indent="0" lvl="0" marL="0" marR="0" rtl="0" algn="l">
                        <a:spcBef>
                          <a:spcPts val="0"/>
                        </a:spcBef>
                        <a:spcAft>
                          <a:spcPts val="0"/>
                        </a:spcAft>
                        <a:buNone/>
                      </a:pPr>
                      <a:r>
                        <a:rPr lang="en-US" sz="1800"/>
                        <a:t>HDFS:  a distributed file system that stores data across multiple machines.</a:t>
                      </a:r>
                      <a:endParaRPr/>
                    </a:p>
                  </a:txBody>
                  <a:tcPr marT="45725" marB="45725" marR="91450" marL="91450"/>
                </a:tc>
                <a:tc>
                  <a:txBody>
                    <a:bodyPr/>
                    <a:lstStyle/>
                    <a:p>
                      <a:pPr indent="0" lvl="0" marL="0" marR="0" rtl="0" algn="l">
                        <a:spcBef>
                          <a:spcPts val="0"/>
                        </a:spcBef>
                        <a:spcAft>
                          <a:spcPts val="0"/>
                        </a:spcAft>
                        <a:buNone/>
                      </a:pPr>
                      <a:r>
                        <a:rPr lang="en-US" sz="1800"/>
                        <a:t>Unified  Analytics Engine: for fast computation, batch, real-time, and iterative algorithms</a:t>
                      </a:r>
                      <a:endParaRPr/>
                    </a:p>
                  </a:txBody>
                  <a:tcPr marT="45725" marB="45725" marR="91450" marL="91450"/>
                </a:tc>
              </a:tr>
              <a:tr h="1337075">
                <a:tc>
                  <a:txBody>
                    <a:bodyPr/>
                    <a:lstStyle/>
                    <a:p>
                      <a:pPr indent="0" lvl="0" marL="0" marR="0" rtl="0" algn="l">
                        <a:spcBef>
                          <a:spcPts val="0"/>
                        </a:spcBef>
                        <a:spcAft>
                          <a:spcPts val="0"/>
                        </a:spcAft>
                        <a:buNone/>
                      </a:pPr>
                      <a:r>
                        <a:rPr lang="en-US" sz="1800"/>
                        <a:t>MapReduce: A programming model for processing large datasets with a distributed algorithm on a cluster</a:t>
                      </a:r>
                      <a:endParaRPr/>
                    </a:p>
                  </a:txBody>
                  <a:tcPr marT="45725" marB="45725" marR="91450" marL="91450"/>
                </a:tc>
                <a:tc>
                  <a:txBody>
                    <a:bodyPr/>
                    <a:lstStyle/>
                    <a:p>
                      <a:pPr indent="0" lvl="0" marL="0" marR="0" rtl="0" algn="l">
                        <a:spcBef>
                          <a:spcPts val="0"/>
                        </a:spcBef>
                        <a:spcAft>
                          <a:spcPts val="0"/>
                        </a:spcAft>
                        <a:buNone/>
                      </a:pPr>
                      <a:r>
                        <a:rPr lang="en-US" sz="1800"/>
                        <a:t>In-Memory Processing</a:t>
                      </a:r>
                      <a:endParaRPr/>
                    </a:p>
                  </a:txBody>
                  <a:tcPr marT="45725" marB="45725" marR="91450" marL="91450"/>
                </a:tc>
              </a:tr>
              <a:tr h="935950">
                <a:tc>
                  <a:txBody>
                    <a:bodyPr/>
                    <a:lstStyle/>
                    <a:p>
                      <a:pPr indent="0" lvl="0" marL="0" marR="0" rtl="0" algn="l">
                        <a:spcBef>
                          <a:spcPts val="0"/>
                        </a:spcBef>
                        <a:spcAft>
                          <a:spcPts val="0"/>
                        </a:spcAft>
                        <a:buNone/>
                      </a:pPr>
                      <a:r>
                        <a:rPr lang="en-US" sz="1800"/>
                        <a:t>Hadoop Ecosystem: Hive (SQL queries), Pig (data flow), Hbase, etc</a:t>
                      </a:r>
                      <a:endParaRPr sz="1800"/>
                    </a:p>
                  </a:txBody>
                  <a:tcPr marT="45725" marB="45725" marR="91450" marL="91450"/>
                </a:tc>
                <a:tc>
                  <a:txBody>
                    <a:bodyPr/>
                    <a:lstStyle/>
                    <a:p>
                      <a:pPr indent="0" lvl="0" marL="0" marR="0" rtl="0" algn="l">
                        <a:spcBef>
                          <a:spcPts val="0"/>
                        </a:spcBef>
                        <a:spcAft>
                          <a:spcPts val="0"/>
                        </a:spcAft>
                        <a:buNone/>
                      </a:pPr>
                      <a:r>
                        <a:rPr lang="en-US" sz="1800"/>
                        <a:t>Ease of Use APIs for Java, Scala, Python, and R</a:t>
                      </a:r>
                      <a:endParaRPr/>
                    </a:p>
                  </a:txBody>
                  <a:tcPr marT="45725" marB="45725" marR="91450" marL="91450"/>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69"/>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Hadoop-Kafka-Spark Architecture Diagram: How Spark works together with Hadoop and Kafka" id="1027" name="Google Shape;1027;p69"/>
          <p:cNvPicPr preferRelativeResize="0"/>
          <p:nvPr/>
        </p:nvPicPr>
        <p:blipFill rotWithShape="1">
          <a:blip r:embed="rId3">
            <a:alphaModFix/>
          </a:blip>
          <a:srcRect b="0" l="0" r="0" t="0"/>
          <a:stretch/>
        </p:blipFill>
        <p:spPr>
          <a:xfrm>
            <a:off x="1219200" y="257175"/>
            <a:ext cx="9753600" cy="6343650"/>
          </a:xfrm>
          <a:prstGeom prst="rect">
            <a:avLst/>
          </a:prstGeom>
          <a:noFill/>
          <a:ln>
            <a:noFill/>
          </a:ln>
        </p:spPr>
      </p:pic>
      <p:sp>
        <p:nvSpPr>
          <p:cNvPr id="1028" name="Google Shape;1028;p69"/>
          <p:cNvSpPr txBox="1"/>
          <p:nvPr/>
        </p:nvSpPr>
        <p:spPr>
          <a:xfrm>
            <a:off x="434109" y="5757156"/>
            <a:ext cx="65208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Source:logz.io/blog/Hadoop-vs-spark</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pic>
        <p:nvPicPr>
          <p:cNvPr descr="spark" id="1033" name="Google Shape;1033;p70">
            <a:hlinkClick r:id="rId3"/>
          </p:cNvPr>
          <p:cNvPicPr preferRelativeResize="0"/>
          <p:nvPr/>
        </p:nvPicPr>
        <p:blipFill rotWithShape="1">
          <a:blip r:embed="rId4">
            <a:alphaModFix/>
          </a:blip>
          <a:srcRect b="0" l="0" r="0" t="0"/>
          <a:stretch/>
        </p:blipFill>
        <p:spPr>
          <a:xfrm>
            <a:off x="1316641" y="683491"/>
            <a:ext cx="9356637" cy="4842060"/>
          </a:xfrm>
          <a:prstGeom prst="rect">
            <a:avLst/>
          </a:prstGeom>
          <a:solidFill>
            <a:srgbClr val="FFFFFF"/>
          </a:solidFill>
          <a:ln>
            <a:noFill/>
          </a:ln>
        </p:spPr>
      </p:pic>
      <p:sp>
        <p:nvSpPr>
          <p:cNvPr id="1034" name="Google Shape;1034;p7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en-US"/>
              <a:t>‹#›</a:t>
            </a:fld>
            <a:endParaRPr/>
          </a:p>
        </p:txBody>
      </p:sp>
      <p:sp>
        <p:nvSpPr>
          <p:cNvPr id="1035" name="Google Shape;1035;p70"/>
          <p:cNvSpPr txBox="1"/>
          <p:nvPr/>
        </p:nvSpPr>
        <p:spPr>
          <a:xfrm>
            <a:off x="1708728" y="5805177"/>
            <a:ext cx="65208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Source:logz.io/blog/Hadoop-vs-spark</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pic>
        <p:nvPicPr>
          <p:cNvPr descr="Diagrams how Hadoop and Spark process data" id="1040" name="Google Shape;1040;p71"/>
          <p:cNvPicPr preferRelativeResize="0"/>
          <p:nvPr/>
        </p:nvPicPr>
        <p:blipFill rotWithShape="1">
          <a:blip r:embed="rId3">
            <a:alphaModFix/>
          </a:blip>
          <a:srcRect b="0" l="0" r="0" t="0"/>
          <a:stretch/>
        </p:blipFill>
        <p:spPr>
          <a:xfrm>
            <a:off x="3211229" y="68263"/>
            <a:ext cx="5769542" cy="6446837"/>
          </a:xfrm>
          <a:prstGeom prst="rect">
            <a:avLst/>
          </a:prstGeom>
          <a:solidFill>
            <a:srgbClr val="FFFFFF"/>
          </a:solidFill>
          <a:ln>
            <a:noFill/>
          </a:ln>
        </p:spPr>
      </p:pic>
      <p:sp>
        <p:nvSpPr>
          <p:cNvPr id="1041" name="Google Shape;1041;p71"/>
          <p:cNvSpPr txBox="1"/>
          <p:nvPr/>
        </p:nvSpPr>
        <p:spPr>
          <a:xfrm>
            <a:off x="9404004" y="5501086"/>
            <a:ext cx="256549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Avenir"/>
                <a:ea typeface="Avenir"/>
                <a:cs typeface="Avenir"/>
                <a:sym typeface="Avenir"/>
                <a:hlinkClick r:id="rId4">
                  <a:extLst>
                    <a:ext uri="{A12FA001-AC4F-418D-AE19-62706E023703}">
                      <ahyp:hlinkClr val="tx"/>
                    </a:ext>
                  </a:extLst>
                </a:hlinkClick>
              </a:rPr>
              <a:t>Hadoop vs Spark: Detailed Comparison of Big Data Frameworks (phoenixnap.com)</a:t>
            </a:r>
            <a:endParaRPr sz="1200">
              <a:solidFill>
                <a:schemeClr val="dk1"/>
              </a:solidFill>
              <a:latin typeface="Avenir"/>
              <a:ea typeface="Avenir"/>
              <a:cs typeface="Avenir"/>
              <a:sym typeface="Avenir"/>
            </a:endParaRPr>
          </a:p>
        </p:txBody>
      </p:sp>
      <p:sp>
        <p:nvSpPr>
          <p:cNvPr id="1042" name="Google Shape;1042;p71"/>
          <p:cNvSpPr txBox="1"/>
          <p:nvPr/>
        </p:nvSpPr>
        <p:spPr>
          <a:xfrm>
            <a:off x="448050" y="477900"/>
            <a:ext cx="2341800" cy="20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Avenir"/>
                <a:ea typeface="Avenir"/>
                <a:cs typeface="Avenir"/>
                <a:sym typeface="Avenir"/>
              </a:rPr>
              <a:t>How the Hadoop framework helps Spark's computing efficiency?</a:t>
            </a:r>
            <a:endParaRPr sz="2800">
              <a:solidFill>
                <a:schemeClr val="dk1"/>
              </a:solidFill>
              <a:latin typeface="Avenir"/>
              <a:ea typeface="Avenir"/>
              <a:cs typeface="Avenir"/>
              <a:sym typeface="Avenir"/>
            </a:endParaRPr>
          </a:p>
        </p:txBody>
      </p:sp>
      <p:sp>
        <p:nvSpPr>
          <p:cNvPr id="1043" name="Google Shape;1043;p71"/>
          <p:cNvSpPr txBox="1"/>
          <p:nvPr/>
        </p:nvSpPr>
        <p:spPr>
          <a:xfrm>
            <a:off x="207600" y="4223825"/>
            <a:ext cx="2822700" cy="19236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Clr>
                <a:schemeClr val="dk1"/>
              </a:buClr>
              <a:buSzPts val="2500"/>
              <a:buFont typeface="Avenir"/>
              <a:buAutoNum type="arabicPeriod"/>
            </a:pPr>
            <a:r>
              <a:rPr lang="en-US" sz="2500">
                <a:solidFill>
                  <a:schemeClr val="dk1"/>
                </a:solidFill>
                <a:latin typeface="Avenir"/>
                <a:ea typeface="Avenir"/>
                <a:cs typeface="Avenir"/>
                <a:sym typeface="Avenir"/>
              </a:rPr>
              <a:t>integration</a:t>
            </a:r>
            <a:endParaRPr sz="2500">
              <a:solidFill>
                <a:schemeClr val="dk1"/>
              </a:solidFill>
              <a:latin typeface="Avenir"/>
              <a:ea typeface="Avenir"/>
              <a:cs typeface="Avenir"/>
              <a:sym typeface="Avenir"/>
            </a:endParaRPr>
          </a:p>
          <a:p>
            <a:pPr indent="-387350" lvl="0" marL="457200" rtl="0" algn="l">
              <a:spcBef>
                <a:spcPts val="0"/>
              </a:spcBef>
              <a:spcAft>
                <a:spcPts val="0"/>
              </a:spcAft>
              <a:buClr>
                <a:schemeClr val="dk1"/>
              </a:buClr>
              <a:buSzPts val="2500"/>
              <a:buFont typeface="Avenir"/>
              <a:buAutoNum type="arabicPeriod"/>
            </a:pPr>
            <a:r>
              <a:rPr lang="en-US" sz="2500">
                <a:solidFill>
                  <a:schemeClr val="dk1"/>
                </a:solidFill>
                <a:latin typeface="Avenir"/>
                <a:ea typeface="Avenir"/>
                <a:cs typeface="Avenir"/>
                <a:sym typeface="Avenir"/>
              </a:rPr>
              <a:t>operation</a:t>
            </a:r>
            <a:endParaRPr sz="2500">
              <a:solidFill>
                <a:schemeClr val="dk1"/>
              </a:solidFill>
              <a:latin typeface="Avenir"/>
              <a:ea typeface="Avenir"/>
              <a:cs typeface="Avenir"/>
              <a:sym typeface="Avenir"/>
            </a:endParaRPr>
          </a:p>
          <a:p>
            <a:pPr indent="-387350" lvl="0" marL="457200" rtl="0" algn="l">
              <a:spcBef>
                <a:spcPts val="0"/>
              </a:spcBef>
              <a:spcAft>
                <a:spcPts val="0"/>
              </a:spcAft>
              <a:buClr>
                <a:schemeClr val="dk1"/>
              </a:buClr>
              <a:buSzPts val="2500"/>
              <a:buFont typeface="Avenir"/>
              <a:buAutoNum type="arabicPeriod"/>
            </a:pPr>
            <a:r>
              <a:rPr lang="en-US" sz="2500">
                <a:solidFill>
                  <a:schemeClr val="dk1"/>
                </a:solidFill>
                <a:latin typeface="Avenir"/>
                <a:ea typeface="Avenir"/>
                <a:cs typeface="Avenir"/>
                <a:sym typeface="Avenir"/>
              </a:rPr>
              <a:t>performance</a:t>
            </a:r>
            <a:endParaRPr sz="2500">
              <a:solidFill>
                <a:schemeClr val="dk1"/>
              </a:solidFill>
              <a:latin typeface="Avenir"/>
              <a:ea typeface="Avenir"/>
              <a:cs typeface="Avenir"/>
              <a:sym typeface="Avenir"/>
            </a:endParaRPr>
          </a:p>
          <a:p>
            <a:pPr indent="-387350" lvl="0" marL="457200" rtl="0" algn="l">
              <a:spcBef>
                <a:spcPts val="0"/>
              </a:spcBef>
              <a:spcAft>
                <a:spcPts val="0"/>
              </a:spcAft>
              <a:buClr>
                <a:schemeClr val="dk1"/>
              </a:buClr>
              <a:buSzPts val="2500"/>
              <a:buFont typeface="Avenir"/>
              <a:buAutoNum type="arabicPeriod"/>
            </a:pPr>
            <a:r>
              <a:rPr lang="en-US" sz="2500">
                <a:solidFill>
                  <a:schemeClr val="dk1"/>
                </a:solidFill>
                <a:latin typeface="Avenir"/>
                <a:ea typeface="Avenir"/>
                <a:cs typeface="Avenir"/>
                <a:sym typeface="Avenir"/>
              </a:rPr>
              <a:t>community</a:t>
            </a:r>
            <a:endParaRPr sz="2500">
              <a:solidFill>
                <a:schemeClr val="dk1"/>
              </a:solidFill>
              <a:latin typeface="Avenir"/>
              <a:ea typeface="Avenir"/>
              <a:cs typeface="Avenir"/>
              <a:sym typeface="Aveni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g2df01323378_0_90"/>
          <p:cNvSpPr txBox="1"/>
          <p:nvPr/>
        </p:nvSpPr>
        <p:spPr>
          <a:xfrm>
            <a:off x="866200" y="687000"/>
            <a:ext cx="10245300" cy="32616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chemeClr val="dk1"/>
              </a:buClr>
              <a:buSzPts val="2800"/>
              <a:buFont typeface="Avenir"/>
              <a:buAutoNum type="arabicPeriod"/>
            </a:pPr>
            <a:r>
              <a:rPr lang="en-US" sz="2800">
                <a:solidFill>
                  <a:schemeClr val="dk1"/>
                </a:solidFill>
                <a:latin typeface="Avenir"/>
                <a:ea typeface="Avenir"/>
                <a:cs typeface="Avenir"/>
                <a:sym typeface="Avenir"/>
              </a:rPr>
              <a:t>Integration</a:t>
            </a:r>
            <a:endParaRPr sz="2800">
              <a:solidFill>
                <a:schemeClr val="dk1"/>
              </a:solidFill>
              <a:latin typeface="Avenir"/>
              <a:ea typeface="Avenir"/>
              <a:cs typeface="Avenir"/>
              <a:sym typeface="Avenir"/>
            </a:endParaRPr>
          </a:p>
          <a:p>
            <a:pPr indent="0" lvl="0" marL="457200" rtl="0" algn="l">
              <a:spcBef>
                <a:spcPts val="0"/>
              </a:spcBef>
              <a:spcAft>
                <a:spcPts val="0"/>
              </a:spcAft>
              <a:buNone/>
            </a:pPr>
            <a:r>
              <a:rPr lang="en-US" sz="2800">
                <a:solidFill>
                  <a:schemeClr val="dk1"/>
                </a:solidFill>
                <a:latin typeface="Avenir"/>
                <a:ea typeface="Avenir"/>
                <a:cs typeface="Avenir"/>
                <a:sym typeface="Avenir"/>
              </a:rPr>
              <a:t>Storage Backbone; Data Locality;Resource management, job scheduling</a:t>
            </a:r>
            <a:endParaRPr sz="2800">
              <a:solidFill>
                <a:schemeClr val="dk1"/>
              </a:solidFill>
              <a:latin typeface="Avenir"/>
              <a:ea typeface="Avenir"/>
              <a:cs typeface="Avenir"/>
              <a:sym typeface="Avenir"/>
            </a:endParaRPr>
          </a:p>
          <a:p>
            <a:pPr indent="-406400" lvl="0" marL="457200" rtl="0" algn="l">
              <a:spcBef>
                <a:spcPts val="0"/>
              </a:spcBef>
              <a:spcAft>
                <a:spcPts val="0"/>
              </a:spcAft>
              <a:buClr>
                <a:schemeClr val="dk1"/>
              </a:buClr>
              <a:buSzPts val="2800"/>
              <a:buFont typeface="Avenir"/>
              <a:buAutoNum type="arabicPeriod"/>
            </a:pPr>
            <a:r>
              <a:rPr lang="en-US" sz="2800">
                <a:solidFill>
                  <a:schemeClr val="dk1"/>
                </a:solidFill>
                <a:latin typeface="Avenir"/>
                <a:ea typeface="Avenir"/>
                <a:cs typeface="Avenir"/>
                <a:sym typeface="Avenir"/>
              </a:rPr>
              <a:t>Operation</a:t>
            </a:r>
            <a:endParaRPr sz="2800">
              <a:solidFill>
                <a:schemeClr val="dk1"/>
              </a:solidFill>
              <a:latin typeface="Avenir"/>
              <a:ea typeface="Avenir"/>
              <a:cs typeface="Avenir"/>
              <a:sym typeface="Avenir"/>
            </a:endParaRPr>
          </a:p>
          <a:p>
            <a:pPr indent="0" lvl="0" marL="457200" rtl="0" algn="l">
              <a:spcBef>
                <a:spcPts val="0"/>
              </a:spcBef>
              <a:spcAft>
                <a:spcPts val="0"/>
              </a:spcAft>
              <a:buNone/>
            </a:pPr>
            <a:r>
              <a:rPr lang="en-US" sz="2800">
                <a:solidFill>
                  <a:schemeClr val="dk1"/>
                </a:solidFill>
                <a:latin typeface="Avenir"/>
                <a:ea typeface="Avenir"/>
                <a:cs typeface="Avenir"/>
                <a:sym typeface="Avenir"/>
              </a:rPr>
              <a:t>Cost, simplified management, data </a:t>
            </a:r>
            <a:r>
              <a:rPr lang="en-US" sz="2800">
                <a:solidFill>
                  <a:schemeClr val="dk1"/>
                </a:solidFill>
                <a:latin typeface="Avenir"/>
                <a:ea typeface="Avenir"/>
                <a:cs typeface="Avenir"/>
                <a:sym typeface="Avenir"/>
              </a:rPr>
              <a:t>governance</a:t>
            </a:r>
            <a:r>
              <a:rPr lang="en-US" sz="2800">
                <a:solidFill>
                  <a:schemeClr val="dk1"/>
                </a:solidFill>
                <a:latin typeface="Avenir"/>
                <a:ea typeface="Avenir"/>
                <a:cs typeface="Avenir"/>
                <a:sym typeface="Avenir"/>
              </a:rPr>
              <a:t>, and security</a:t>
            </a:r>
            <a:endParaRPr sz="2800">
              <a:solidFill>
                <a:schemeClr val="dk1"/>
              </a:solidFill>
              <a:latin typeface="Avenir"/>
              <a:ea typeface="Avenir"/>
              <a:cs typeface="Avenir"/>
              <a:sym typeface="Avenir"/>
            </a:endParaRPr>
          </a:p>
          <a:p>
            <a:pPr indent="-406400" lvl="0" marL="457200" rtl="0" algn="l">
              <a:spcBef>
                <a:spcPts val="0"/>
              </a:spcBef>
              <a:spcAft>
                <a:spcPts val="0"/>
              </a:spcAft>
              <a:buClr>
                <a:schemeClr val="dk1"/>
              </a:buClr>
              <a:buSzPts val="2800"/>
              <a:buFont typeface="Avenir"/>
              <a:buAutoNum type="arabicPeriod"/>
            </a:pPr>
            <a:r>
              <a:rPr lang="en-US" sz="2800">
                <a:solidFill>
                  <a:schemeClr val="dk1"/>
                </a:solidFill>
                <a:latin typeface="Avenir"/>
                <a:ea typeface="Avenir"/>
                <a:cs typeface="Avenir"/>
                <a:sym typeface="Avenir"/>
              </a:rPr>
              <a:t>P</a:t>
            </a:r>
            <a:r>
              <a:rPr lang="en-US" sz="2800">
                <a:solidFill>
                  <a:schemeClr val="dk1"/>
                </a:solidFill>
                <a:latin typeface="Avenir"/>
                <a:ea typeface="Avenir"/>
                <a:cs typeface="Avenir"/>
                <a:sym typeface="Avenir"/>
              </a:rPr>
              <a:t>erformance</a:t>
            </a:r>
            <a:endParaRPr sz="2800">
              <a:solidFill>
                <a:schemeClr val="dk1"/>
              </a:solidFill>
              <a:latin typeface="Avenir"/>
              <a:ea typeface="Avenir"/>
              <a:cs typeface="Avenir"/>
              <a:sym typeface="Avenir"/>
            </a:endParaRPr>
          </a:p>
          <a:p>
            <a:pPr indent="0" lvl="0" marL="457200" rtl="0" algn="l">
              <a:spcBef>
                <a:spcPts val="0"/>
              </a:spcBef>
              <a:spcAft>
                <a:spcPts val="0"/>
              </a:spcAft>
              <a:buNone/>
            </a:pPr>
            <a:r>
              <a:rPr lang="en-US" sz="2800">
                <a:solidFill>
                  <a:schemeClr val="dk1"/>
                </a:solidFill>
                <a:latin typeface="Avenir"/>
                <a:ea typeface="Avenir"/>
                <a:cs typeface="Avenir"/>
                <a:sym typeface="Avenir"/>
              </a:rPr>
              <a:t>Serialization, compression</a:t>
            </a:r>
            <a:endParaRPr sz="2800">
              <a:solidFill>
                <a:schemeClr val="dk1"/>
              </a:solidFill>
              <a:latin typeface="Avenir"/>
              <a:ea typeface="Avenir"/>
              <a:cs typeface="Avenir"/>
              <a:sym typeface="Avenir"/>
            </a:endParaRPr>
          </a:p>
          <a:p>
            <a:pPr indent="-406400" lvl="0" marL="457200" rtl="0" algn="l">
              <a:spcBef>
                <a:spcPts val="0"/>
              </a:spcBef>
              <a:spcAft>
                <a:spcPts val="0"/>
              </a:spcAft>
              <a:buClr>
                <a:schemeClr val="dk1"/>
              </a:buClr>
              <a:buSzPts val="2800"/>
              <a:buFont typeface="Avenir"/>
              <a:buAutoNum type="arabicPeriod"/>
            </a:pPr>
            <a:r>
              <a:rPr lang="en-US" sz="2800">
                <a:solidFill>
                  <a:schemeClr val="dk1"/>
                </a:solidFill>
                <a:latin typeface="Avenir"/>
                <a:ea typeface="Avenir"/>
                <a:cs typeface="Avenir"/>
                <a:sym typeface="Avenir"/>
              </a:rPr>
              <a:t>Community</a:t>
            </a:r>
            <a:endParaRPr sz="2800">
              <a:solidFill>
                <a:schemeClr val="dk1"/>
              </a:solidFill>
              <a:latin typeface="Avenir"/>
              <a:ea typeface="Avenir"/>
              <a:cs typeface="Avenir"/>
              <a:sym typeface="Avenir"/>
            </a:endParaRPr>
          </a:p>
          <a:p>
            <a:pPr indent="0" lvl="0" marL="457200" rtl="0" algn="l">
              <a:spcBef>
                <a:spcPts val="0"/>
              </a:spcBef>
              <a:spcAft>
                <a:spcPts val="0"/>
              </a:spcAft>
              <a:buNone/>
            </a:pPr>
            <a:r>
              <a:rPr lang="en-US" sz="2800">
                <a:solidFill>
                  <a:schemeClr val="dk1"/>
                </a:solidFill>
                <a:latin typeface="Avenir"/>
                <a:ea typeface="Avenir"/>
                <a:cs typeface="Avenir"/>
                <a:sym typeface="Avenir"/>
              </a:rPr>
              <a:t>Ecosystem</a:t>
            </a:r>
            <a:endParaRPr sz="2800">
              <a:solidFill>
                <a:schemeClr val="dk1"/>
              </a:solidFill>
              <a:latin typeface="Avenir"/>
              <a:ea typeface="Avenir"/>
              <a:cs typeface="Avenir"/>
              <a:sym typeface="Avenir"/>
            </a:endParaRPr>
          </a:p>
          <a:p>
            <a:pPr indent="0" lvl="0" marL="45720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200">
              <a:solidFill>
                <a:srgbClr val="0D0D0D"/>
              </a:solidFill>
              <a:highlight>
                <a:srgbClr val="FFFFFF"/>
              </a:highlight>
              <a:latin typeface="Roboto"/>
              <a:ea typeface="Roboto"/>
              <a:cs typeface="Roboto"/>
              <a:sym typeface="Robo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2df01323378_0_56"/>
          <p:cNvSpPr txBox="1"/>
          <p:nvPr/>
        </p:nvSpPr>
        <p:spPr>
          <a:xfrm>
            <a:off x="914400" y="0"/>
            <a:ext cx="10363200" cy="660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00">
                <a:solidFill>
                  <a:schemeClr val="dk1"/>
                </a:solidFill>
                <a:latin typeface="Avenir"/>
                <a:ea typeface="Avenir"/>
                <a:cs typeface="Avenir"/>
                <a:sym typeface="Avenir"/>
              </a:rPr>
              <a:t>How YARN Works:</a:t>
            </a:r>
            <a:endParaRPr b="1" sz="21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b="1" sz="21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1. Supercomputer Manager: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YARN is like the boss of the supercomputer. It </a:t>
            </a:r>
            <a:r>
              <a:rPr b="1" lang="en-US" sz="1700">
                <a:solidFill>
                  <a:schemeClr val="dk1"/>
                </a:solidFill>
                <a:latin typeface="Avenir"/>
                <a:ea typeface="Avenir"/>
                <a:cs typeface="Avenir"/>
                <a:sym typeface="Avenir"/>
              </a:rPr>
              <a:t>tells the supercomputer what to do</a:t>
            </a:r>
            <a:r>
              <a:rPr lang="en-US" sz="1700">
                <a:solidFill>
                  <a:schemeClr val="dk1"/>
                </a:solidFill>
                <a:latin typeface="Avenir"/>
                <a:ea typeface="Avenir"/>
                <a:cs typeface="Avenir"/>
                <a:sym typeface="Avenir"/>
              </a:rPr>
              <a:t> and when to do it.</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2. Job Organizer of the supercomputers: When people want to use the supercomputer, they tell YARN what they want to do. YARN figures out how much brainpower and memory they need and then finds a good spot for them to work.</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3. Checking In: </a:t>
            </a:r>
            <a:r>
              <a:rPr b="1" lang="en-US" sz="1700">
                <a:solidFill>
                  <a:schemeClr val="dk1"/>
                </a:solidFill>
                <a:latin typeface="Avenir"/>
                <a:ea typeface="Avenir"/>
                <a:cs typeface="Avenir"/>
                <a:sym typeface="Avenir"/>
              </a:rPr>
              <a:t>YARN checks in with the people while they're using the supercomputer</a:t>
            </a:r>
            <a:r>
              <a:rPr lang="en-US" sz="1700">
                <a:solidFill>
                  <a:schemeClr val="dk1"/>
                </a:solidFill>
                <a:latin typeface="Avenir"/>
                <a:ea typeface="Avenir"/>
                <a:cs typeface="Avenir"/>
                <a:sym typeface="Avenir"/>
              </a:rPr>
              <a:t>. It makes sure they're not hogging all the resources and that everything is going smoothly.</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4. Keeping Everyone Happy: YARN's main job is to keep everyone happy! It makes sure the supercomputer is being used efficiently so all the people can have fun and learn new things.</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1700">
                <a:solidFill>
                  <a:schemeClr val="dk1"/>
                </a:solidFill>
                <a:latin typeface="Avenir"/>
                <a:ea typeface="Avenir"/>
                <a:cs typeface="Avenir"/>
                <a:sym typeface="Avenir"/>
              </a:rPr>
              <a:t>So, remember, the next time you want to use a big supercomputer like Hadoop, thank YARN for making it possible! It's like having your own supercomputer manager to make sure everything runs smoothly and everyone gets a turn to play and learn.</a:t>
            </a:r>
            <a:endParaRPr sz="17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74"/>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61" name="Google Shape;1061;p74"/>
          <p:cNvSpPr txBox="1"/>
          <p:nvPr>
            <p:ph type="title"/>
          </p:nvPr>
        </p:nvSpPr>
        <p:spPr>
          <a:xfrm>
            <a:off x="1854839" y="2017018"/>
            <a:ext cx="8297400" cy="1326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latin typeface="Avenir"/>
                <a:ea typeface="Avenir"/>
                <a:cs typeface="Avenir"/>
                <a:sym typeface="Avenir"/>
              </a:rPr>
              <a:t>Open Colab</a:t>
            </a:r>
            <a:endParaRPr>
              <a:latin typeface="Avenir"/>
              <a:ea typeface="Avenir"/>
              <a:cs typeface="Avenir"/>
              <a:sym typeface="Aveni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72"/>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67" name="Google Shape;1067;p72"/>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latin typeface="Avenir"/>
                <a:ea typeface="Avenir"/>
                <a:cs typeface="Avenir"/>
                <a:sym typeface="Avenir"/>
              </a:rPr>
              <a:t>Remember</a:t>
            </a:r>
            <a:endParaRPr>
              <a:latin typeface="Avenir"/>
              <a:ea typeface="Avenir"/>
              <a:cs typeface="Avenir"/>
              <a:sym typeface="Avenir"/>
            </a:endParaRPr>
          </a:p>
        </p:txBody>
      </p:sp>
      <p:sp>
        <p:nvSpPr>
          <p:cNvPr id="1068" name="Google Shape;1068;p72"/>
          <p:cNvSpPr txBox="1"/>
          <p:nvPr/>
        </p:nvSpPr>
        <p:spPr>
          <a:xfrm>
            <a:off x="1216152" y="2240280"/>
            <a:ext cx="71322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0D0D0D"/>
                </a:solidFill>
                <a:highlight>
                  <a:srgbClr val="FFFFFF"/>
                </a:highlight>
                <a:latin typeface="Avenir"/>
                <a:ea typeface="Avenir"/>
                <a:cs typeface="Avenir"/>
                <a:sym typeface="Avenir"/>
              </a:rPr>
              <a:t>This is crucial for ensuring that all values associated with the same key are sent to the same reducer.</a:t>
            </a:r>
            <a:endParaRPr i="0" sz="2000">
              <a:solidFill>
                <a:srgbClr val="0D0D0D"/>
              </a:solidFill>
              <a:highlight>
                <a:srgbClr val="FFFFFF"/>
              </a:highlight>
              <a:latin typeface="Avenir"/>
              <a:ea typeface="Avenir"/>
              <a:cs typeface="Avenir"/>
              <a:sym typeface="Avenir"/>
            </a:endParaRPr>
          </a:p>
          <a:p>
            <a:pPr indent="0" lvl="0" marL="0" marR="0" rtl="0" algn="l">
              <a:spcBef>
                <a:spcPts val="0"/>
              </a:spcBef>
              <a:spcAft>
                <a:spcPts val="0"/>
              </a:spcAft>
              <a:buNone/>
            </a:pPr>
            <a:r>
              <a:t/>
            </a:r>
            <a:endParaRPr sz="2000">
              <a:solidFill>
                <a:srgbClr val="0D0D0D"/>
              </a:solidFill>
              <a:highlight>
                <a:srgbClr val="FFFFFF"/>
              </a:highlight>
              <a:latin typeface="Avenir"/>
              <a:ea typeface="Avenir"/>
              <a:cs typeface="Avenir"/>
              <a:sym typeface="Avenir"/>
            </a:endParaRPr>
          </a:p>
          <a:p>
            <a:pPr indent="0" lvl="0" marL="0" marR="0" rtl="0" algn="l">
              <a:spcBef>
                <a:spcPts val="0"/>
              </a:spcBef>
              <a:spcAft>
                <a:spcPts val="0"/>
              </a:spcAft>
              <a:buNone/>
            </a:pPr>
            <a:r>
              <a:rPr lang="en-US" sz="2000">
                <a:solidFill>
                  <a:srgbClr val="0D0D0D"/>
                </a:solidFill>
                <a:highlight>
                  <a:srgbClr val="FFFFFF"/>
                </a:highlight>
                <a:latin typeface="Avenir"/>
                <a:ea typeface="Avenir"/>
                <a:cs typeface="Avenir"/>
                <a:sym typeface="Avenir"/>
              </a:rPr>
              <a:t>By default,</a:t>
            </a:r>
            <a:r>
              <a:rPr i="0" lang="en-US" sz="2000">
                <a:solidFill>
                  <a:srgbClr val="0D0D0D"/>
                </a:solidFill>
                <a:highlight>
                  <a:srgbClr val="FFFFFF"/>
                </a:highlight>
                <a:latin typeface="Avenir"/>
                <a:ea typeface="Avenir"/>
                <a:cs typeface="Avenir"/>
                <a:sym typeface="Avenir"/>
              </a:rPr>
              <a:t> a hash value for each key is computed and assigns the key-value pair to a reducer</a:t>
            </a:r>
            <a:r>
              <a:rPr lang="en-US" sz="2000">
                <a:solidFill>
                  <a:srgbClr val="0D0D0D"/>
                </a:solidFill>
                <a:highlight>
                  <a:srgbClr val="FFFFFF"/>
                </a:highlight>
                <a:latin typeface="Avenir"/>
                <a:ea typeface="Avenir"/>
                <a:cs typeface="Avenir"/>
                <a:sym typeface="Avenir"/>
              </a:rPr>
              <a:t>.</a:t>
            </a:r>
            <a:endParaRPr sz="2000">
              <a:solidFill>
                <a:srgbClr val="0D0D0D"/>
              </a:solidFill>
              <a:highlight>
                <a:srgbClr val="FFFFFF"/>
              </a:highlight>
              <a:latin typeface="Avenir"/>
              <a:ea typeface="Avenir"/>
              <a:cs typeface="Avenir"/>
              <a:sym typeface="Avenir"/>
            </a:endParaRPr>
          </a:p>
          <a:p>
            <a:pPr indent="0" lvl="0" marL="0" marR="0" rtl="0" algn="l">
              <a:spcBef>
                <a:spcPts val="0"/>
              </a:spcBef>
              <a:spcAft>
                <a:spcPts val="0"/>
              </a:spcAft>
              <a:buNone/>
            </a:pPr>
            <a:r>
              <a:t/>
            </a:r>
            <a:endParaRPr sz="2000">
              <a:solidFill>
                <a:srgbClr val="0D0D0D"/>
              </a:solidFill>
              <a:highlight>
                <a:srgbClr val="FFFFFF"/>
              </a:highlight>
              <a:latin typeface="Avenir"/>
              <a:ea typeface="Avenir"/>
              <a:cs typeface="Avenir"/>
              <a:sym typeface="Avenir"/>
            </a:endParaRPr>
          </a:p>
          <a:p>
            <a:pPr indent="0" lvl="0" marL="0" marR="0" rtl="0" algn="l">
              <a:spcBef>
                <a:spcPts val="0"/>
              </a:spcBef>
              <a:spcAft>
                <a:spcPts val="0"/>
              </a:spcAft>
              <a:buNone/>
            </a:pPr>
            <a:r>
              <a:rPr i="0" lang="en-US" sz="2000">
                <a:solidFill>
                  <a:srgbClr val="0D0D0D"/>
                </a:solidFill>
                <a:highlight>
                  <a:srgbClr val="FFFFFF"/>
                </a:highlight>
                <a:latin typeface="Avenir"/>
                <a:ea typeface="Avenir"/>
                <a:cs typeface="Avenir"/>
                <a:sym typeface="Avenir"/>
              </a:rPr>
              <a:t>A combiner function is similar to a reducer but operates on the output of the map function before it is shuffled and sent to the reducers. </a:t>
            </a:r>
            <a:endParaRPr sz="2000">
              <a:solidFill>
                <a:schemeClr val="dk1"/>
              </a:solidFill>
              <a:latin typeface="Avenir"/>
              <a:ea typeface="Avenir"/>
              <a:cs typeface="Avenir"/>
              <a:sym typeface="Aveni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73"/>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74" name="Google Shape;1074;p73"/>
          <p:cNvSpPr txBox="1"/>
          <p:nvPr>
            <p:ph type="title"/>
          </p:nvPr>
        </p:nvSpPr>
        <p:spPr>
          <a:xfrm>
            <a:off x="1576555" y="2594045"/>
            <a:ext cx="8297380" cy="132651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latin typeface="Avenir"/>
                <a:ea typeface="Avenir"/>
                <a:cs typeface="Avenir"/>
                <a:sym typeface="Avenir"/>
              </a:rPr>
              <a:t>WHAT DID YOU LEARN ? </a:t>
            </a:r>
            <a:endParaRPr>
              <a:latin typeface="Avenir"/>
              <a:ea typeface="Avenir"/>
              <a:cs typeface="Avenir"/>
              <a:sym typeface="Aveni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2dfc6e0ba62_0_8"/>
          <p:cNvSpPr txBox="1"/>
          <p:nvPr>
            <p:ph type="title"/>
          </p:nvPr>
        </p:nvSpPr>
        <p:spPr>
          <a:xfrm>
            <a:off x="911352" y="505016"/>
            <a:ext cx="5775600" cy="3285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Apache </a:t>
            </a:r>
            <a:r>
              <a:rPr lang="en-US"/>
              <a:t>Spark</a:t>
            </a:r>
            <a:endParaRPr/>
          </a:p>
        </p:txBody>
      </p:sp>
      <p:sp>
        <p:nvSpPr>
          <p:cNvPr id="1081" name="Google Shape;1081;g2dfc6e0ba62_0_8"/>
          <p:cNvSpPr txBox="1"/>
          <p:nvPr>
            <p:ph idx="1" type="body"/>
          </p:nvPr>
        </p:nvSpPr>
        <p:spPr>
          <a:xfrm>
            <a:off x="911353" y="4006024"/>
            <a:ext cx="5794200" cy="2346900"/>
          </a:xfrm>
          <a:prstGeom prst="rect">
            <a:avLst/>
          </a:prstGeom>
        </p:spPr>
        <p:txBody>
          <a:bodyPr anchorCtr="0" anchor="t" bIns="45700" lIns="91425" spcFirstLastPara="1" rIns="91425" wrap="square" tIns="45700">
            <a:normAutofit/>
          </a:bodyPr>
          <a:lstStyle/>
          <a:p>
            <a:pPr indent="0" lvl="0" marL="0" rtl="0" algn="l">
              <a:spcBef>
                <a:spcPts val="0"/>
              </a:spcBef>
              <a:spcAft>
                <a:spcPts val="1200"/>
              </a:spcAft>
              <a:buNone/>
            </a:pPr>
            <a:r>
              <a:rPr lang="en-US" sz="3000"/>
              <a:t>Day 4 &amp; 5</a:t>
            </a:r>
            <a:endParaRPr sz="30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0f03cfa9ce_0_12"/>
          <p:cNvSpPr txBox="1"/>
          <p:nvPr>
            <p:ph type="title"/>
          </p:nvPr>
        </p:nvSpPr>
        <p:spPr>
          <a:xfrm>
            <a:off x="972600" y="762567"/>
            <a:ext cx="102516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MapReduce Review</a:t>
            </a:r>
            <a:endParaRPr/>
          </a:p>
        </p:txBody>
      </p:sp>
      <p:sp>
        <p:nvSpPr>
          <p:cNvPr id="1088" name="Google Shape;1088;g30f03cfa9ce_0_12"/>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89" name="Google Shape;1089;g30f03cfa9ce_0_12"/>
          <p:cNvPicPr preferRelativeResize="0"/>
          <p:nvPr/>
        </p:nvPicPr>
        <p:blipFill>
          <a:blip r:embed="rId3">
            <a:alphaModFix/>
          </a:blip>
          <a:stretch>
            <a:fillRect/>
          </a:stretch>
        </p:blipFill>
        <p:spPr>
          <a:xfrm>
            <a:off x="3048000" y="1476267"/>
            <a:ext cx="7642120" cy="5076933"/>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g30f03cfa9ce_0_20"/>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96" name="Google Shape;1096;g30f03cfa9ce_0_20"/>
          <p:cNvPicPr preferRelativeResize="0"/>
          <p:nvPr/>
        </p:nvPicPr>
        <p:blipFill>
          <a:blip r:embed="rId3">
            <a:alphaModFix/>
          </a:blip>
          <a:stretch>
            <a:fillRect/>
          </a:stretch>
        </p:blipFill>
        <p:spPr>
          <a:xfrm>
            <a:off x="1440538" y="654227"/>
            <a:ext cx="9310927" cy="6067351"/>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0f03cfa9ce_0_28"/>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03" name="Google Shape;1103;g30f03cfa9ce_0_28"/>
          <p:cNvPicPr preferRelativeResize="0"/>
          <p:nvPr/>
        </p:nvPicPr>
        <p:blipFill>
          <a:blip r:embed="rId3">
            <a:alphaModFix/>
          </a:blip>
          <a:stretch>
            <a:fillRect/>
          </a:stretch>
        </p:blipFill>
        <p:spPr>
          <a:xfrm>
            <a:off x="2214350" y="777501"/>
            <a:ext cx="8503124" cy="585862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g2dfc6e0ba62_0_20"/>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10" name="Google Shape;1110;g2dfc6e0ba62_0_20"/>
          <p:cNvPicPr preferRelativeResize="0"/>
          <p:nvPr/>
        </p:nvPicPr>
        <p:blipFill>
          <a:blip r:embed="rId3">
            <a:alphaModFix/>
          </a:blip>
          <a:stretch>
            <a:fillRect/>
          </a:stretch>
        </p:blipFill>
        <p:spPr>
          <a:xfrm>
            <a:off x="152400" y="1628667"/>
            <a:ext cx="11420475" cy="401002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2dfc6e0ba62_0_28"/>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117" name="Google Shape;1117;g2dfc6e0ba62_0_28"/>
          <p:cNvPicPr preferRelativeResize="0"/>
          <p:nvPr/>
        </p:nvPicPr>
        <p:blipFill>
          <a:blip r:embed="rId3">
            <a:alphaModFix/>
          </a:blip>
          <a:stretch>
            <a:fillRect/>
          </a:stretch>
        </p:blipFill>
        <p:spPr>
          <a:xfrm>
            <a:off x="200675" y="1310375"/>
            <a:ext cx="11076937" cy="493444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2dfc6e0ba62_0_35"/>
          <p:cNvSpPr txBox="1"/>
          <p:nvPr>
            <p:ph idx="12" type="sldNum"/>
          </p:nvPr>
        </p:nvSpPr>
        <p:spPr>
          <a:xfrm>
            <a:off x="11381736" y="6333135"/>
            <a:ext cx="731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24" name="Google Shape;1124;g2dfc6e0ba62_0_35"/>
          <p:cNvPicPr preferRelativeResize="0"/>
          <p:nvPr/>
        </p:nvPicPr>
        <p:blipFill>
          <a:blip r:embed="rId3">
            <a:alphaModFix/>
          </a:blip>
          <a:stretch>
            <a:fillRect/>
          </a:stretch>
        </p:blipFill>
        <p:spPr>
          <a:xfrm>
            <a:off x="341263" y="829500"/>
            <a:ext cx="11509468" cy="602833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g2dfc6e0ba62_0_0"/>
          <p:cNvSpPr txBox="1"/>
          <p:nvPr>
            <p:ph idx="12" type="sldNum"/>
          </p:nvPr>
        </p:nvSpPr>
        <p:spPr>
          <a:xfrm>
            <a:off x="911352" y="6246622"/>
            <a:ext cx="26700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1131" name="Google Shape;1131;g2dfc6e0ba62_0_0"/>
          <p:cNvPicPr preferRelativeResize="0"/>
          <p:nvPr/>
        </p:nvPicPr>
        <p:blipFill>
          <a:blip r:embed="rId3">
            <a:alphaModFix/>
          </a:blip>
          <a:stretch>
            <a:fillRect/>
          </a:stretch>
        </p:blipFill>
        <p:spPr>
          <a:xfrm>
            <a:off x="152400" y="1551518"/>
            <a:ext cx="11039475" cy="38862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2dfc6e0ba62_0_14"/>
          <p:cNvSpPr txBox="1"/>
          <p:nvPr>
            <p:ph type="title"/>
          </p:nvPr>
        </p:nvSpPr>
        <p:spPr>
          <a:xfrm>
            <a:off x="911352" y="505016"/>
            <a:ext cx="5775600" cy="3285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138" name="Google Shape;1138;g2dfc6e0ba62_0_14"/>
          <p:cNvSpPr txBox="1"/>
          <p:nvPr>
            <p:ph idx="1" type="body"/>
          </p:nvPr>
        </p:nvSpPr>
        <p:spPr>
          <a:xfrm>
            <a:off x="911353" y="4006024"/>
            <a:ext cx="5794200" cy="2346900"/>
          </a:xfrm>
          <a:prstGeom prst="rect">
            <a:avLst/>
          </a:prstGeom>
        </p:spPr>
        <p:txBody>
          <a:bodyPr anchorCtr="0" anchor="t" bIns="45700" lIns="91425" spcFirstLastPara="1" rIns="91425" wrap="square" tIns="45700">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82">
      <a:dk1>
        <a:srgbClr val="000000"/>
      </a:dk1>
      <a:lt1>
        <a:srgbClr val="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2024-05-19T02:06:06Z</dcterms:created>
  <dc:creator>Dandan Karina Kowarsch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